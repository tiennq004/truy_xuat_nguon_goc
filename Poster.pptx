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Lst>
  <p:sldSz cx="28803600" cy="44623038"/>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4054" userDrawn="1">
          <p15:clr>
            <a:srgbClr val="A4A3A4"/>
          </p15:clr>
        </p15:guide>
        <p15:guide id="2" pos="907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33F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80" autoAdjust="0"/>
    <p:restoredTop sz="94660"/>
  </p:normalViewPr>
  <p:slideViewPr>
    <p:cSldViewPr snapToGrid="0" showGuides="1">
      <p:cViewPr>
        <p:scale>
          <a:sx n="25" d="100"/>
          <a:sy n="25" d="100"/>
        </p:scale>
        <p:origin x="1920" y="-580"/>
      </p:cViewPr>
      <p:guideLst>
        <p:guide orient="horz" pos="14054"/>
        <p:guide pos="9072"/>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160270" y="7302894"/>
            <a:ext cx="24483060" cy="15535428"/>
          </a:xfrm>
        </p:spPr>
        <p:txBody>
          <a:bodyPr anchor="b"/>
          <a:lstStyle>
            <a:lvl1pPr algn="ctr">
              <a:defRPr sz="18900"/>
            </a:lvl1pPr>
          </a:lstStyle>
          <a:p>
            <a:r>
              <a:rPr lang="en-US"/>
              <a:t>Click to edit Master title style</a:t>
            </a:r>
            <a:endParaRPr lang="en-US" dirty="0"/>
          </a:p>
        </p:txBody>
      </p:sp>
      <p:sp>
        <p:nvSpPr>
          <p:cNvPr id="3" name="Subtitle 2"/>
          <p:cNvSpPr>
            <a:spLocks noGrp="1"/>
          </p:cNvSpPr>
          <p:nvPr>
            <p:ph type="subTitle" idx="1"/>
          </p:nvPr>
        </p:nvSpPr>
        <p:spPr>
          <a:xfrm>
            <a:off x="3600450" y="23437428"/>
            <a:ext cx="21602700" cy="10773568"/>
          </a:xfrm>
        </p:spPr>
        <p:txBody>
          <a:bodyPr/>
          <a:lstStyle>
            <a:lvl1pPr marL="0" indent="0" algn="ctr">
              <a:buNone/>
              <a:defRPr sz="7560"/>
            </a:lvl1pPr>
            <a:lvl2pPr marL="1440180" indent="0" algn="ctr">
              <a:buNone/>
              <a:defRPr sz="6300"/>
            </a:lvl2pPr>
            <a:lvl3pPr marL="2880360" indent="0" algn="ctr">
              <a:buNone/>
              <a:defRPr sz="5670"/>
            </a:lvl3pPr>
            <a:lvl4pPr marL="4320540" indent="0" algn="ctr">
              <a:buNone/>
              <a:defRPr sz="5040"/>
            </a:lvl4pPr>
            <a:lvl5pPr marL="5760720" indent="0" algn="ctr">
              <a:buNone/>
              <a:defRPr sz="5040"/>
            </a:lvl5pPr>
            <a:lvl6pPr marL="7200900" indent="0" algn="ctr">
              <a:buNone/>
              <a:defRPr sz="5040"/>
            </a:lvl6pPr>
            <a:lvl7pPr marL="8641080" indent="0" algn="ctr">
              <a:buNone/>
              <a:defRPr sz="5040"/>
            </a:lvl7pPr>
            <a:lvl8pPr marL="10081260" indent="0" algn="ctr">
              <a:buNone/>
              <a:defRPr sz="5040"/>
            </a:lvl8pPr>
            <a:lvl9pPr marL="11521440" indent="0" algn="ctr">
              <a:buNone/>
              <a:defRPr sz="504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E95511AC-980B-485A-851E-DBD0B8F4CBAD}" type="datetimeFigureOut">
              <a:rPr lang="en-US" smtClean="0"/>
              <a:t>6/4/2026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6A2BFA2-7CEB-4D76-9663-917F13DE4B1E}"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95511AC-980B-485A-851E-DBD0B8F4CBAD}" type="datetimeFigureOut">
              <a:rPr lang="en-US" smtClean="0"/>
              <a:t>6/4/2026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6A2BFA2-7CEB-4D76-9663-917F13DE4B1E}"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965247" y="11124784"/>
            <a:ext cx="24843105" cy="18561941"/>
          </a:xfrm>
        </p:spPr>
        <p:txBody>
          <a:bodyPr anchor="b"/>
          <a:lstStyle>
            <a:lvl1pPr>
              <a:defRPr sz="18900"/>
            </a:lvl1pPr>
          </a:lstStyle>
          <a:p>
            <a:r>
              <a:rPr lang="en-US"/>
              <a:t>Click to edit Master title style</a:t>
            </a:r>
            <a:endParaRPr lang="en-US" dirty="0"/>
          </a:p>
        </p:txBody>
      </p:sp>
      <p:sp>
        <p:nvSpPr>
          <p:cNvPr id="3" name="Text Placeholder 2"/>
          <p:cNvSpPr>
            <a:spLocks noGrp="1"/>
          </p:cNvSpPr>
          <p:nvPr>
            <p:ph type="body" idx="1"/>
          </p:nvPr>
        </p:nvSpPr>
        <p:spPr>
          <a:xfrm>
            <a:off x="1965247" y="29862329"/>
            <a:ext cx="24843105" cy="9761286"/>
          </a:xfrm>
        </p:spPr>
        <p:txBody>
          <a:bodyPr/>
          <a:lstStyle>
            <a:lvl1pPr marL="0" indent="0">
              <a:buNone/>
              <a:defRPr sz="7560">
                <a:solidFill>
                  <a:schemeClr val="tx1"/>
                </a:solidFill>
              </a:defRPr>
            </a:lvl1pPr>
            <a:lvl2pPr marL="1440180" indent="0">
              <a:buNone/>
              <a:defRPr sz="6300">
                <a:solidFill>
                  <a:schemeClr val="tx1">
                    <a:tint val="75000"/>
                  </a:schemeClr>
                </a:solidFill>
              </a:defRPr>
            </a:lvl2pPr>
            <a:lvl3pPr marL="2880360" indent="0">
              <a:buNone/>
              <a:defRPr sz="5670">
                <a:solidFill>
                  <a:schemeClr val="tx1">
                    <a:tint val="75000"/>
                  </a:schemeClr>
                </a:solidFill>
              </a:defRPr>
            </a:lvl3pPr>
            <a:lvl4pPr marL="4320540" indent="0">
              <a:buNone/>
              <a:defRPr sz="5040">
                <a:solidFill>
                  <a:schemeClr val="tx1">
                    <a:tint val="75000"/>
                  </a:schemeClr>
                </a:solidFill>
              </a:defRPr>
            </a:lvl4pPr>
            <a:lvl5pPr marL="5760720" indent="0">
              <a:buNone/>
              <a:defRPr sz="5040">
                <a:solidFill>
                  <a:schemeClr val="tx1">
                    <a:tint val="75000"/>
                  </a:schemeClr>
                </a:solidFill>
              </a:defRPr>
            </a:lvl5pPr>
            <a:lvl6pPr marL="7200900" indent="0">
              <a:buNone/>
              <a:defRPr sz="5040">
                <a:solidFill>
                  <a:schemeClr val="tx1">
                    <a:tint val="75000"/>
                  </a:schemeClr>
                </a:solidFill>
              </a:defRPr>
            </a:lvl6pPr>
            <a:lvl7pPr marL="8641080" indent="0">
              <a:buNone/>
              <a:defRPr sz="5040">
                <a:solidFill>
                  <a:schemeClr val="tx1">
                    <a:tint val="75000"/>
                  </a:schemeClr>
                </a:solidFill>
              </a:defRPr>
            </a:lvl7pPr>
            <a:lvl8pPr marL="10081260" indent="0">
              <a:buNone/>
              <a:defRPr sz="5040">
                <a:solidFill>
                  <a:schemeClr val="tx1">
                    <a:tint val="75000"/>
                  </a:schemeClr>
                </a:solidFill>
              </a:defRPr>
            </a:lvl8pPr>
            <a:lvl9pPr marL="11521440" indent="0">
              <a:buNone/>
              <a:defRPr sz="504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95511AC-980B-485A-851E-DBD0B8F4CBAD}" type="datetimeFigureOut">
              <a:rPr lang="en-US" smtClean="0"/>
              <a:t>6/4/2026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6A2BFA2-7CEB-4D76-9663-917F13DE4B1E}"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980248" y="11878818"/>
            <a:ext cx="12241530" cy="2831290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14581823" y="11878818"/>
            <a:ext cx="12241530" cy="2831290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95511AC-980B-485A-851E-DBD0B8F4CBAD}" type="datetimeFigureOut">
              <a:rPr lang="en-US" smtClean="0"/>
              <a:t>6/4/2026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6A2BFA2-7CEB-4D76-9663-917F13DE4B1E}"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983999" y="2375773"/>
            <a:ext cx="24843105" cy="8625058"/>
          </a:xfrm>
        </p:spPr>
        <p:txBody>
          <a:bodyPr/>
          <a:lstStyle/>
          <a:p>
            <a:r>
              <a:rPr lang="en-US"/>
              <a:t>Click to edit Master title style</a:t>
            </a:r>
            <a:endParaRPr lang="en-US" dirty="0"/>
          </a:p>
        </p:txBody>
      </p:sp>
      <p:sp>
        <p:nvSpPr>
          <p:cNvPr id="3" name="Text Placeholder 2"/>
          <p:cNvSpPr>
            <a:spLocks noGrp="1"/>
          </p:cNvSpPr>
          <p:nvPr>
            <p:ph type="body" idx="1"/>
          </p:nvPr>
        </p:nvSpPr>
        <p:spPr>
          <a:xfrm>
            <a:off x="1984002" y="10938845"/>
            <a:ext cx="12185271" cy="5360959"/>
          </a:xfrm>
        </p:spPr>
        <p:txBody>
          <a:bodyPr anchor="b"/>
          <a:lstStyle>
            <a:lvl1pPr marL="0" indent="0">
              <a:buNone/>
              <a:defRPr sz="7560" b="1"/>
            </a:lvl1pPr>
            <a:lvl2pPr marL="1440180" indent="0">
              <a:buNone/>
              <a:defRPr sz="6300" b="1"/>
            </a:lvl2pPr>
            <a:lvl3pPr marL="2880360" indent="0">
              <a:buNone/>
              <a:defRPr sz="5670" b="1"/>
            </a:lvl3pPr>
            <a:lvl4pPr marL="4320540" indent="0">
              <a:buNone/>
              <a:defRPr sz="5040" b="1"/>
            </a:lvl4pPr>
            <a:lvl5pPr marL="5760720" indent="0">
              <a:buNone/>
              <a:defRPr sz="5040" b="1"/>
            </a:lvl5pPr>
            <a:lvl6pPr marL="7200900" indent="0">
              <a:buNone/>
              <a:defRPr sz="5040" b="1"/>
            </a:lvl6pPr>
            <a:lvl7pPr marL="8641080" indent="0">
              <a:buNone/>
              <a:defRPr sz="5040" b="1"/>
            </a:lvl7pPr>
            <a:lvl8pPr marL="10081260" indent="0">
              <a:buNone/>
              <a:defRPr sz="5040" b="1"/>
            </a:lvl8pPr>
            <a:lvl9pPr marL="11521440" indent="0">
              <a:buNone/>
              <a:defRPr sz="5040" b="1"/>
            </a:lvl9pPr>
          </a:lstStyle>
          <a:p>
            <a:pPr lvl="0"/>
            <a:r>
              <a:rPr lang="en-US"/>
              <a:t>Click to edit Master text styles</a:t>
            </a:r>
          </a:p>
        </p:txBody>
      </p:sp>
      <p:sp>
        <p:nvSpPr>
          <p:cNvPr id="4" name="Content Placeholder 3"/>
          <p:cNvSpPr>
            <a:spLocks noGrp="1"/>
          </p:cNvSpPr>
          <p:nvPr>
            <p:ph sz="half" idx="2"/>
          </p:nvPr>
        </p:nvSpPr>
        <p:spPr>
          <a:xfrm>
            <a:off x="1984002" y="16299804"/>
            <a:ext cx="12185271" cy="239745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14581824" y="10938845"/>
            <a:ext cx="12245282" cy="5360959"/>
          </a:xfrm>
        </p:spPr>
        <p:txBody>
          <a:bodyPr anchor="b"/>
          <a:lstStyle>
            <a:lvl1pPr marL="0" indent="0">
              <a:buNone/>
              <a:defRPr sz="7560" b="1"/>
            </a:lvl1pPr>
            <a:lvl2pPr marL="1440180" indent="0">
              <a:buNone/>
              <a:defRPr sz="6300" b="1"/>
            </a:lvl2pPr>
            <a:lvl3pPr marL="2880360" indent="0">
              <a:buNone/>
              <a:defRPr sz="5670" b="1"/>
            </a:lvl3pPr>
            <a:lvl4pPr marL="4320540" indent="0">
              <a:buNone/>
              <a:defRPr sz="5040" b="1"/>
            </a:lvl4pPr>
            <a:lvl5pPr marL="5760720" indent="0">
              <a:buNone/>
              <a:defRPr sz="5040" b="1"/>
            </a:lvl5pPr>
            <a:lvl6pPr marL="7200900" indent="0">
              <a:buNone/>
              <a:defRPr sz="5040" b="1"/>
            </a:lvl6pPr>
            <a:lvl7pPr marL="8641080" indent="0">
              <a:buNone/>
              <a:defRPr sz="5040" b="1"/>
            </a:lvl7pPr>
            <a:lvl8pPr marL="10081260" indent="0">
              <a:buNone/>
              <a:defRPr sz="5040" b="1"/>
            </a:lvl8pPr>
            <a:lvl9pPr marL="11521440" indent="0">
              <a:buNone/>
              <a:defRPr sz="5040" b="1"/>
            </a:lvl9pPr>
          </a:lstStyle>
          <a:p>
            <a:pPr lvl="0"/>
            <a:r>
              <a:rPr lang="en-US"/>
              <a:t>Click to edit Master text styles</a:t>
            </a:r>
          </a:p>
        </p:txBody>
      </p:sp>
      <p:sp>
        <p:nvSpPr>
          <p:cNvPr id="6" name="Content Placeholder 5"/>
          <p:cNvSpPr>
            <a:spLocks noGrp="1"/>
          </p:cNvSpPr>
          <p:nvPr>
            <p:ph sz="quarter" idx="4"/>
          </p:nvPr>
        </p:nvSpPr>
        <p:spPr>
          <a:xfrm>
            <a:off x="14581824" y="16299804"/>
            <a:ext cx="12245282" cy="239745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95511AC-980B-485A-851E-DBD0B8F4CBAD}" type="datetimeFigureOut">
              <a:rPr lang="en-US" smtClean="0"/>
              <a:t>6/4/2026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6A2BFA2-7CEB-4D76-9663-917F13DE4B1E}"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95511AC-980B-485A-851E-DBD0B8F4CBAD}" type="datetimeFigureOut">
              <a:rPr lang="en-US" smtClean="0"/>
              <a:t>6/4/2026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6A2BFA2-7CEB-4D76-9663-917F13DE4B1E}"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95511AC-980B-485A-851E-DBD0B8F4CBAD}" type="datetimeFigureOut">
              <a:rPr lang="en-US" smtClean="0"/>
              <a:t>6/4/2026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6A2BFA2-7CEB-4D76-9663-917F13DE4B1E}"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983999" y="2974869"/>
            <a:ext cx="9289911" cy="10412042"/>
          </a:xfrm>
        </p:spPr>
        <p:txBody>
          <a:bodyPr anchor="b"/>
          <a:lstStyle>
            <a:lvl1pPr>
              <a:defRPr sz="10080"/>
            </a:lvl1pPr>
          </a:lstStyle>
          <a:p>
            <a:r>
              <a:rPr lang="en-US"/>
              <a:t>Click to edit Master title style</a:t>
            </a:r>
            <a:endParaRPr lang="en-US" dirty="0"/>
          </a:p>
        </p:txBody>
      </p:sp>
      <p:sp>
        <p:nvSpPr>
          <p:cNvPr id="3" name="Content Placeholder 2"/>
          <p:cNvSpPr>
            <a:spLocks noGrp="1"/>
          </p:cNvSpPr>
          <p:nvPr>
            <p:ph idx="1"/>
          </p:nvPr>
        </p:nvSpPr>
        <p:spPr>
          <a:xfrm>
            <a:off x="12245281" y="6424901"/>
            <a:ext cx="14581823" cy="31711279"/>
          </a:xfrm>
        </p:spPr>
        <p:txBody>
          <a:bodyPr/>
          <a:lstStyle>
            <a:lvl1pPr>
              <a:defRPr sz="10080"/>
            </a:lvl1pPr>
            <a:lvl2pPr>
              <a:defRPr sz="8820"/>
            </a:lvl2pPr>
            <a:lvl3pPr>
              <a:defRPr sz="7560"/>
            </a:lvl3pPr>
            <a:lvl4pPr>
              <a:defRPr sz="6300"/>
            </a:lvl4pPr>
            <a:lvl5pPr>
              <a:defRPr sz="6300"/>
            </a:lvl5pPr>
            <a:lvl6pPr>
              <a:defRPr sz="6300"/>
            </a:lvl6pPr>
            <a:lvl7pPr>
              <a:defRPr sz="6300"/>
            </a:lvl7pPr>
            <a:lvl8pPr>
              <a:defRPr sz="6300"/>
            </a:lvl8pPr>
            <a:lvl9pPr>
              <a:defRPr sz="6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983999" y="13386912"/>
            <a:ext cx="9289911" cy="24800909"/>
          </a:xfrm>
        </p:spPr>
        <p:txBody>
          <a:bodyPr/>
          <a:lstStyle>
            <a:lvl1pPr marL="0" indent="0">
              <a:buNone/>
              <a:defRPr sz="5040"/>
            </a:lvl1pPr>
            <a:lvl2pPr marL="1440180" indent="0">
              <a:buNone/>
              <a:defRPr sz="4410"/>
            </a:lvl2pPr>
            <a:lvl3pPr marL="2880360" indent="0">
              <a:buNone/>
              <a:defRPr sz="3780"/>
            </a:lvl3pPr>
            <a:lvl4pPr marL="4320540" indent="0">
              <a:buNone/>
              <a:defRPr sz="3150"/>
            </a:lvl4pPr>
            <a:lvl5pPr marL="5760720" indent="0">
              <a:buNone/>
              <a:defRPr sz="3150"/>
            </a:lvl5pPr>
            <a:lvl6pPr marL="7200900" indent="0">
              <a:buNone/>
              <a:defRPr sz="3150"/>
            </a:lvl6pPr>
            <a:lvl7pPr marL="8641080" indent="0">
              <a:buNone/>
              <a:defRPr sz="3150"/>
            </a:lvl7pPr>
            <a:lvl8pPr marL="10081260" indent="0">
              <a:buNone/>
              <a:defRPr sz="3150"/>
            </a:lvl8pPr>
            <a:lvl9pPr marL="11521440" indent="0">
              <a:buNone/>
              <a:defRPr sz="3150"/>
            </a:lvl9pPr>
          </a:lstStyle>
          <a:p>
            <a:pPr lvl="0"/>
            <a:r>
              <a:rPr lang="en-US"/>
              <a:t>Click to edit Master text styles</a:t>
            </a:r>
          </a:p>
        </p:txBody>
      </p:sp>
      <p:sp>
        <p:nvSpPr>
          <p:cNvPr id="5" name="Date Placeholder 4"/>
          <p:cNvSpPr>
            <a:spLocks noGrp="1"/>
          </p:cNvSpPr>
          <p:nvPr>
            <p:ph type="dt" sz="half" idx="10"/>
          </p:nvPr>
        </p:nvSpPr>
        <p:spPr/>
        <p:txBody>
          <a:bodyPr/>
          <a:lstStyle/>
          <a:p>
            <a:fld id="{E95511AC-980B-485A-851E-DBD0B8F4CBAD}" type="datetimeFigureOut">
              <a:rPr lang="en-US" smtClean="0"/>
              <a:t>6/4/2026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6A2BFA2-7CEB-4D76-9663-917F13DE4B1E}"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983999" y="2974869"/>
            <a:ext cx="9289911" cy="10412042"/>
          </a:xfrm>
        </p:spPr>
        <p:txBody>
          <a:bodyPr anchor="b"/>
          <a:lstStyle>
            <a:lvl1pPr>
              <a:defRPr sz="10080"/>
            </a:lvl1pPr>
          </a:lstStyle>
          <a:p>
            <a:r>
              <a:rPr lang="en-US"/>
              <a:t>Click to edit Master title style</a:t>
            </a:r>
            <a:endParaRPr lang="en-US" dirty="0"/>
          </a:p>
        </p:txBody>
      </p:sp>
      <p:sp>
        <p:nvSpPr>
          <p:cNvPr id="3" name="Picture Placeholder 2"/>
          <p:cNvSpPr>
            <a:spLocks noGrp="1" noChangeAspect="1"/>
          </p:cNvSpPr>
          <p:nvPr>
            <p:ph type="pic" idx="1"/>
          </p:nvPr>
        </p:nvSpPr>
        <p:spPr>
          <a:xfrm>
            <a:off x="12245281" y="6424901"/>
            <a:ext cx="14581823" cy="31711279"/>
          </a:xfrm>
        </p:spPr>
        <p:txBody>
          <a:bodyPr anchor="t"/>
          <a:lstStyle>
            <a:lvl1pPr marL="0" indent="0">
              <a:buNone/>
              <a:defRPr sz="10080"/>
            </a:lvl1pPr>
            <a:lvl2pPr marL="1440180" indent="0">
              <a:buNone/>
              <a:defRPr sz="8820"/>
            </a:lvl2pPr>
            <a:lvl3pPr marL="2880360" indent="0">
              <a:buNone/>
              <a:defRPr sz="7560"/>
            </a:lvl3pPr>
            <a:lvl4pPr marL="4320540" indent="0">
              <a:buNone/>
              <a:defRPr sz="6300"/>
            </a:lvl4pPr>
            <a:lvl5pPr marL="5760720" indent="0">
              <a:buNone/>
              <a:defRPr sz="6300"/>
            </a:lvl5pPr>
            <a:lvl6pPr marL="7200900" indent="0">
              <a:buNone/>
              <a:defRPr sz="6300"/>
            </a:lvl6pPr>
            <a:lvl7pPr marL="8641080" indent="0">
              <a:buNone/>
              <a:defRPr sz="6300"/>
            </a:lvl7pPr>
            <a:lvl8pPr marL="10081260" indent="0">
              <a:buNone/>
              <a:defRPr sz="6300"/>
            </a:lvl8pPr>
            <a:lvl9pPr marL="11521440" indent="0">
              <a:buNone/>
              <a:defRPr sz="6300"/>
            </a:lvl9pPr>
          </a:lstStyle>
          <a:p>
            <a:r>
              <a:rPr lang="en-US"/>
              <a:t>Click icon to add picture</a:t>
            </a:r>
            <a:endParaRPr lang="en-US" dirty="0"/>
          </a:p>
        </p:txBody>
      </p:sp>
      <p:sp>
        <p:nvSpPr>
          <p:cNvPr id="4" name="Text Placeholder 3"/>
          <p:cNvSpPr>
            <a:spLocks noGrp="1"/>
          </p:cNvSpPr>
          <p:nvPr>
            <p:ph type="body" sz="half" idx="2"/>
          </p:nvPr>
        </p:nvSpPr>
        <p:spPr>
          <a:xfrm>
            <a:off x="1983999" y="13386912"/>
            <a:ext cx="9289911" cy="24800909"/>
          </a:xfrm>
        </p:spPr>
        <p:txBody>
          <a:bodyPr/>
          <a:lstStyle>
            <a:lvl1pPr marL="0" indent="0">
              <a:buNone/>
              <a:defRPr sz="5040"/>
            </a:lvl1pPr>
            <a:lvl2pPr marL="1440180" indent="0">
              <a:buNone/>
              <a:defRPr sz="4410"/>
            </a:lvl2pPr>
            <a:lvl3pPr marL="2880360" indent="0">
              <a:buNone/>
              <a:defRPr sz="3780"/>
            </a:lvl3pPr>
            <a:lvl4pPr marL="4320540" indent="0">
              <a:buNone/>
              <a:defRPr sz="3150"/>
            </a:lvl4pPr>
            <a:lvl5pPr marL="5760720" indent="0">
              <a:buNone/>
              <a:defRPr sz="3150"/>
            </a:lvl5pPr>
            <a:lvl6pPr marL="7200900" indent="0">
              <a:buNone/>
              <a:defRPr sz="3150"/>
            </a:lvl6pPr>
            <a:lvl7pPr marL="8641080" indent="0">
              <a:buNone/>
              <a:defRPr sz="3150"/>
            </a:lvl7pPr>
            <a:lvl8pPr marL="10081260" indent="0">
              <a:buNone/>
              <a:defRPr sz="3150"/>
            </a:lvl8pPr>
            <a:lvl9pPr marL="11521440" indent="0">
              <a:buNone/>
              <a:defRPr sz="3150"/>
            </a:lvl9pPr>
          </a:lstStyle>
          <a:p>
            <a:pPr lvl="0"/>
            <a:r>
              <a:rPr lang="en-US"/>
              <a:t>Click to edit Master text styles</a:t>
            </a:r>
          </a:p>
        </p:txBody>
      </p:sp>
      <p:sp>
        <p:nvSpPr>
          <p:cNvPr id="5" name="Date Placeholder 4"/>
          <p:cNvSpPr>
            <a:spLocks noGrp="1"/>
          </p:cNvSpPr>
          <p:nvPr>
            <p:ph type="dt" sz="half" idx="10"/>
          </p:nvPr>
        </p:nvSpPr>
        <p:spPr/>
        <p:txBody>
          <a:bodyPr/>
          <a:lstStyle/>
          <a:p>
            <a:fld id="{E95511AC-980B-485A-851E-DBD0B8F4CBAD}" type="datetimeFigureOut">
              <a:rPr lang="en-US" smtClean="0"/>
              <a:t>6/4/2026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6A2BFA2-7CEB-4D76-9663-917F13DE4B1E}"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95511AC-980B-485A-851E-DBD0B8F4CBAD}" type="datetimeFigureOut">
              <a:rPr lang="en-US" smtClean="0"/>
              <a:t>6/4/2026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6A2BFA2-7CEB-4D76-9663-917F13DE4B1E}"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20612578" y="2375764"/>
            <a:ext cx="6210776" cy="37815962"/>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980249" y="2375764"/>
            <a:ext cx="18272284" cy="3781596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95511AC-980B-485A-851E-DBD0B8F4CBAD}" type="datetimeFigureOut">
              <a:rPr lang="en-US" smtClean="0"/>
              <a:t>6/4/2026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6A2BFA2-7CEB-4D76-9663-917F13DE4B1E}"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980248" y="2375773"/>
            <a:ext cx="24843105" cy="862505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980248" y="11878818"/>
            <a:ext cx="24843105" cy="2831290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980248" y="41358955"/>
            <a:ext cx="6480810" cy="2375764"/>
          </a:xfrm>
          <a:prstGeom prst="rect">
            <a:avLst/>
          </a:prstGeom>
        </p:spPr>
        <p:txBody>
          <a:bodyPr vert="horz" lIns="91440" tIns="45720" rIns="91440" bIns="45720" rtlCol="0" anchor="ctr"/>
          <a:lstStyle>
            <a:lvl1pPr algn="l">
              <a:defRPr sz="3780">
                <a:solidFill>
                  <a:schemeClr val="tx1">
                    <a:tint val="75000"/>
                  </a:schemeClr>
                </a:solidFill>
              </a:defRPr>
            </a:lvl1pPr>
          </a:lstStyle>
          <a:p>
            <a:fld id="{E95511AC-980B-485A-851E-DBD0B8F4CBAD}" type="datetimeFigureOut">
              <a:rPr lang="en-US" smtClean="0"/>
              <a:t>6/4/2026</a:t>
            </a:fld>
            <a:endParaRPr lang="en-US"/>
          </a:p>
        </p:txBody>
      </p:sp>
      <p:sp>
        <p:nvSpPr>
          <p:cNvPr id="5" name="Footer Placeholder 4"/>
          <p:cNvSpPr>
            <a:spLocks noGrp="1"/>
          </p:cNvSpPr>
          <p:nvPr>
            <p:ph type="ftr" sz="quarter" idx="3"/>
          </p:nvPr>
        </p:nvSpPr>
        <p:spPr>
          <a:xfrm>
            <a:off x="9541193" y="41358955"/>
            <a:ext cx="9721215" cy="2375764"/>
          </a:xfrm>
          <a:prstGeom prst="rect">
            <a:avLst/>
          </a:prstGeom>
        </p:spPr>
        <p:txBody>
          <a:bodyPr vert="horz" lIns="91440" tIns="45720" rIns="91440" bIns="45720" rtlCol="0" anchor="ctr"/>
          <a:lstStyle>
            <a:lvl1pPr algn="ctr">
              <a:defRPr sz="378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20342543" y="41358955"/>
            <a:ext cx="6480810" cy="2375764"/>
          </a:xfrm>
          <a:prstGeom prst="rect">
            <a:avLst/>
          </a:prstGeom>
        </p:spPr>
        <p:txBody>
          <a:bodyPr vert="horz" lIns="91440" tIns="45720" rIns="91440" bIns="45720" rtlCol="0" anchor="ctr"/>
          <a:lstStyle>
            <a:lvl1pPr algn="r">
              <a:defRPr sz="3780">
                <a:solidFill>
                  <a:schemeClr val="tx1">
                    <a:tint val="75000"/>
                  </a:schemeClr>
                </a:solidFill>
              </a:defRPr>
            </a:lvl1pPr>
          </a:lstStyle>
          <a:p>
            <a:fld id="{06A2BFA2-7CEB-4D76-9663-917F13DE4B1E}"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2880360" rtl="0" eaLnBrk="1" latinLnBrk="0" hangingPunct="1">
        <a:lnSpc>
          <a:spcPct val="90000"/>
        </a:lnSpc>
        <a:spcBef>
          <a:spcPct val="0"/>
        </a:spcBef>
        <a:buNone/>
        <a:defRPr sz="13860" kern="1200">
          <a:solidFill>
            <a:schemeClr val="tx1"/>
          </a:solidFill>
          <a:latin typeface="+mj-lt"/>
          <a:ea typeface="+mj-ea"/>
          <a:cs typeface="+mj-cs"/>
        </a:defRPr>
      </a:lvl1pPr>
    </p:titleStyle>
    <p:bodyStyle>
      <a:lvl1pPr marL="720090" indent="-720090" algn="l" defTabSz="2880360" rtl="0" eaLnBrk="1" latinLnBrk="0" hangingPunct="1">
        <a:lnSpc>
          <a:spcPct val="90000"/>
        </a:lnSpc>
        <a:spcBef>
          <a:spcPts val="3150"/>
        </a:spcBef>
        <a:buFont typeface="Arial" panose="020B0604020202020204" pitchFamily="34" charset="0"/>
        <a:buChar char="•"/>
        <a:defRPr sz="8820" kern="1200">
          <a:solidFill>
            <a:schemeClr val="tx1"/>
          </a:solidFill>
          <a:latin typeface="+mn-lt"/>
          <a:ea typeface="+mn-ea"/>
          <a:cs typeface="+mn-cs"/>
        </a:defRPr>
      </a:lvl1pPr>
      <a:lvl2pPr marL="2160270" indent="-720090" algn="l" defTabSz="2880360" rtl="0" eaLnBrk="1" latinLnBrk="0" hangingPunct="1">
        <a:lnSpc>
          <a:spcPct val="90000"/>
        </a:lnSpc>
        <a:spcBef>
          <a:spcPts val="1575"/>
        </a:spcBef>
        <a:buFont typeface="Arial" panose="020B0604020202020204" pitchFamily="34" charset="0"/>
        <a:buChar char="•"/>
        <a:defRPr sz="7560" kern="1200">
          <a:solidFill>
            <a:schemeClr val="tx1"/>
          </a:solidFill>
          <a:latin typeface="+mn-lt"/>
          <a:ea typeface="+mn-ea"/>
          <a:cs typeface="+mn-cs"/>
        </a:defRPr>
      </a:lvl2pPr>
      <a:lvl3pPr marL="3600450" indent="-720090" algn="l" defTabSz="2880360" rtl="0" eaLnBrk="1" latinLnBrk="0" hangingPunct="1">
        <a:lnSpc>
          <a:spcPct val="90000"/>
        </a:lnSpc>
        <a:spcBef>
          <a:spcPts val="1575"/>
        </a:spcBef>
        <a:buFont typeface="Arial" panose="020B0604020202020204" pitchFamily="34" charset="0"/>
        <a:buChar char="•"/>
        <a:defRPr sz="6300" kern="1200">
          <a:solidFill>
            <a:schemeClr val="tx1"/>
          </a:solidFill>
          <a:latin typeface="+mn-lt"/>
          <a:ea typeface="+mn-ea"/>
          <a:cs typeface="+mn-cs"/>
        </a:defRPr>
      </a:lvl3pPr>
      <a:lvl4pPr marL="5040630" indent="-720090" algn="l" defTabSz="2880360" rtl="0" eaLnBrk="1" latinLnBrk="0" hangingPunct="1">
        <a:lnSpc>
          <a:spcPct val="90000"/>
        </a:lnSpc>
        <a:spcBef>
          <a:spcPts val="1575"/>
        </a:spcBef>
        <a:buFont typeface="Arial" panose="020B0604020202020204" pitchFamily="34" charset="0"/>
        <a:buChar char="•"/>
        <a:defRPr sz="5670" kern="1200">
          <a:solidFill>
            <a:schemeClr val="tx1"/>
          </a:solidFill>
          <a:latin typeface="+mn-lt"/>
          <a:ea typeface="+mn-ea"/>
          <a:cs typeface="+mn-cs"/>
        </a:defRPr>
      </a:lvl4pPr>
      <a:lvl5pPr marL="6480810" indent="-720090" algn="l" defTabSz="2880360" rtl="0" eaLnBrk="1" latinLnBrk="0" hangingPunct="1">
        <a:lnSpc>
          <a:spcPct val="90000"/>
        </a:lnSpc>
        <a:spcBef>
          <a:spcPts val="1575"/>
        </a:spcBef>
        <a:buFont typeface="Arial" panose="020B0604020202020204" pitchFamily="34" charset="0"/>
        <a:buChar char="•"/>
        <a:defRPr sz="5670" kern="1200">
          <a:solidFill>
            <a:schemeClr val="tx1"/>
          </a:solidFill>
          <a:latin typeface="+mn-lt"/>
          <a:ea typeface="+mn-ea"/>
          <a:cs typeface="+mn-cs"/>
        </a:defRPr>
      </a:lvl5pPr>
      <a:lvl6pPr marL="7920990" indent="-720090" algn="l" defTabSz="2880360" rtl="0" eaLnBrk="1" latinLnBrk="0" hangingPunct="1">
        <a:lnSpc>
          <a:spcPct val="90000"/>
        </a:lnSpc>
        <a:spcBef>
          <a:spcPts val="1575"/>
        </a:spcBef>
        <a:buFont typeface="Arial" panose="020B0604020202020204" pitchFamily="34" charset="0"/>
        <a:buChar char="•"/>
        <a:defRPr sz="5670" kern="1200">
          <a:solidFill>
            <a:schemeClr val="tx1"/>
          </a:solidFill>
          <a:latin typeface="+mn-lt"/>
          <a:ea typeface="+mn-ea"/>
          <a:cs typeface="+mn-cs"/>
        </a:defRPr>
      </a:lvl6pPr>
      <a:lvl7pPr marL="9361170" indent="-720090" algn="l" defTabSz="2880360" rtl="0" eaLnBrk="1" latinLnBrk="0" hangingPunct="1">
        <a:lnSpc>
          <a:spcPct val="90000"/>
        </a:lnSpc>
        <a:spcBef>
          <a:spcPts val="1575"/>
        </a:spcBef>
        <a:buFont typeface="Arial" panose="020B0604020202020204" pitchFamily="34" charset="0"/>
        <a:buChar char="•"/>
        <a:defRPr sz="5670" kern="1200">
          <a:solidFill>
            <a:schemeClr val="tx1"/>
          </a:solidFill>
          <a:latin typeface="+mn-lt"/>
          <a:ea typeface="+mn-ea"/>
          <a:cs typeface="+mn-cs"/>
        </a:defRPr>
      </a:lvl7pPr>
      <a:lvl8pPr marL="10801350" indent="-720090" algn="l" defTabSz="2880360" rtl="0" eaLnBrk="1" latinLnBrk="0" hangingPunct="1">
        <a:lnSpc>
          <a:spcPct val="90000"/>
        </a:lnSpc>
        <a:spcBef>
          <a:spcPts val="1575"/>
        </a:spcBef>
        <a:buFont typeface="Arial" panose="020B0604020202020204" pitchFamily="34" charset="0"/>
        <a:buChar char="•"/>
        <a:defRPr sz="5670" kern="1200">
          <a:solidFill>
            <a:schemeClr val="tx1"/>
          </a:solidFill>
          <a:latin typeface="+mn-lt"/>
          <a:ea typeface="+mn-ea"/>
          <a:cs typeface="+mn-cs"/>
        </a:defRPr>
      </a:lvl8pPr>
      <a:lvl9pPr marL="12241530" indent="-720090" algn="l" defTabSz="2880360" rtl="0" eaLnBrk="1" latinLnBrk="0" hangingPunct="1">
        <a:lnSpc>
          <a:spcPct val="90000"/>
        </a:lnSpc>
        <a:spcBef>
          <a:spcPts val="1575"/>
        </a:spcBef>
        <a:buFont typeface="Arial" panose="020B0604020202020204" pitchFamily="34" charset="0"/>
        <a:buChar char="•"/>
        <a:defRPr sz="5670" kern="1200">
          <a:solidFill>
            <a:schemeClr val="tx1"/>
          </a:solidFill>
          <a:latin typeface="+mn-lt"/>
          <a:ea typeface="+mn-ea"/>
          <a:cs typeface="+mn-cs"/>
        </a:defRPr>
      </a:lvl9pPr>
    </p:bodyStyle>
    <p:otherStyle>
      <a:defPPr>
        <a:defRPr lang="en-US"/>
      </a:defPPr>
      <a:lvl1pPr marL="0" algn="l" defTabSz="2880360" rtl="0" eaLnBrk="1" latinLnBrk="0" hangingPunct="1">
        <a:defRPr sz="5670" kern="1200">
          <a:solidFill>
            <a:schemeClr val="tx1"/>
          </a:solidFill>
          <a:latin typeface="+mn-lt"/>
          <a:ea typeface="+mn-ea"/>
          <a:cs typeface="+mn-cs"/>
        </a:defRPr>
      </a:lvl1pPr>
      <a:lvl2pPr marL="1440180" algn="l" defTabSz="2880360" rtl="0" eaLnBrk="1" latinLnBrk="0" hangingPunct="1">
        <a:defRPr sz="5670" kern="1200">
          <a:solidFill>
            <a:schemeClr val="tx1"/>
          </a:solidFill>
          <a:latin typeface="+mn-lt"/>
          <a:ea typeface="+mn-ea"/>
          <a:cs typeface="+mn-cs"/>
        </a:defRPr>
      </a:lvl2pPr>
      <a:lvl3pPr marL="2880360" algn="l" defTabSz="2880360" rtl="0" eaLnBrk="1" latinLnBrk="0" hangingPunct="1">
        <a:defRPr sz="5670" kern="1200">
          <a:solidFill>
            <a:schemeClr val="tx1"/>
          </a:solidFill>
          <a:latin typeface="+mn-lt"/>
          <a:ea typeface="+mn-ea"/>
          <a:cs typeface="+mn-cs"/>
        </a:defRPr>
      </a:lvl3pPr>
      <a:lvl4pPr marL="4320540" algn="l" defTabSz="2880360" rtl="0" eaLnBrk="1" latinLnBrk="0" hangingPunct="1">
        <a:defRPr sz="5670" kern="1200">
          <a:solidFill>
            <a:schemeClr val="tx1"/>
          </a:solidFill>
          <a:latin typeface="+mn-lt"/>
          <a:ea typeface="+mn-ea"/>
          <a:cs typeface="+mn-cs"/>
        </a:defRPr>
      </a:lvl4pPr>
      <a:lvl5pPr marL="5760720" algn="l" defTabSz="2880360" rtl="0" eaLnBrk="1" latinLnBrk="0" hangingPunct="1">
        <a:defRPr sz="5670" kern="1200">
          <a:solidFill>
            <a:schemeClr val="tx1"/>
          </a:solidFill>
          <a:latin typeface="+mn-lt"/>
          <a:ea typeface="+mn-ea"/>
          <a:cs typeface="+mn-cs"/>
        </a:defRPr>
      </a:lvl5pPr>
      <a:lvl6pPr marL="7200900" algn="l" defTabSz="2880360" rtl="0" eaLnBrk="1" latinLnBrk="0" hangingPunct="1">
        <a:defRPr sz="5670" kern="1200">
          <a:solidFill>
            <a:schemeClr val="tx1"/>
          </a:solidFill>
          <a:latin typeface="+mn-lt"/>
          <a:ea typeface="+mn-ea"/>
          <a:cs typeface="+mn-cs"/>
        </a:defRPr>
      </a:lvl6pPr>
      <a:lvl7pPr marL="8641080" algn="l" defTabSz="2880360" rtl="0" eaLnBrk="1" latinLnBrk="0" hangingPunct="1">
        <a:defRPr sz="5670" kern="1200">
          <a:solidFill>
            <a:schemeClr val="tx1"/>
          </a:solidFill>
          <a:latin typeface="+mn-lt"/>
          <a:ea typeface="+mn-ea"/>
          <a:cs typeface="+mn-cs"/>
        </a:defRPr>
      </a:lvl7pPr>
      <a:lvl8pPr marL="10081260" algn="l" defTabSz="2880360" rtl="0" eaLnBrk="1" latinLnBrk="0" hangingPunct="1">
        <a:defRPr sz="5670" kern="1200">
          <a:solidFill>
            <a:schemeClr val="tx1"/>
          </a:solidFill>
          <a:latin typeface="+mn-lt"/>
          <a:ea typeface="+mn-ea"/>
          <a:cs typeface="+mn-cs"/>
        </a:defRPr>
      </a:lvl8pPr>
      <a:lvl9pPr marL="11521440" algn="l" defTabSz="2880360" rtl="0" eaLnBrk="1" latinLnBrk="0" hangingPunct="1">
        <a:defRPr sz="567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txBox="1"/>
          <p:nvPr/>
        </p:nvSpPr>
        <p:spPr>
          <a:xfrm>
            <a:off x="1500505" y="6950281"/>
            <a:ext cx="25923875" cy="1968504"/>
          </a:xfrm>
          <a:prstGeom prst="rect">
            <a:avLst/>
          </a:prstGeom>
        </p:spPr>
        <p:txBody>
          <a:bodyPr vert="horz" lIns="91440" tIns="45720" rIns="91440" bIns="45720" rtlCol="0" anchor="b">
            <a:noAutofit/>
          </a:bodyPr>
          <a:lstStyle>
            <a:lvl1pPr algn="ctr" defTabSz="2880360" rtl="0" eaLnBrk="1" latinLnBrk="0" hangingPunct="1">
              <a:lnSpc>
                <a:spcPct val="90000"/>
              </a:lnSpc>
              <a:spcBef>
                <a:spcPct val="0"/>
              </a:spcBef>
              <a:buNone/>
              <a:defRPr sz="18900" kern="1200">
                <a:solidFill>
                  <a:schemeClr val="tx1"/>
                </a:solidFill>
                <a:latin typeface="+mj-lt"/>
                <a:ea typeface="+mj-ea"/>
                <a:cs typeface="+mj-cs"/>
              </a:defRPr>
            </a:lvl1pPr>
          </a:lstStyle>
          <a:p>
            <a:r>
              <a:rPr lang="en-US" sz="7200" b="1">
                <a:latin typeface="Times New Roman" panose="02020603050405020304" pitchFamily="18" charset="0"/>
                <a:cs typeface="Times New Roman" panose="02020603050405020304" pitchFamily="18" charset="0"/>
              </a:rPr>
              <a:t> </a:t>
            </a:r>
            <a:r>
              <a:rPr lang="en-AU" sz="7200" b="1">
                <a:latin typeface="Times New Roman" panose="02020603050405020304" pitchFamily="18" charset="0"/>
                <a:cs typeface="Times New Roman" panose="02020603050405020304" pitchFamily="18" charset="0"/>
              </a:rPr>
              <a:t>HỆ THỐNG TRUY XUẤT NGUỒN GỐC </a:t>
            </a:r>
          </a:p>
          <a:p>
            <a:r>
              <a:rPr lang="en-AU" sz="7200" b="1">
                <a:latin typeface="Times New Roman" panose="02020603050405020304" pitchFamily="18" charset="0"/>
                <a:cs typeface="Times New Roman" panose="02020603050405020304" pitchFamily="18" charset="0"/>
              </a:rPr>
              <a:t>DƯỢC PHẨM </a:t>
            </a:r>
            <a:r>
              <a:rPr lang="en-AU" altLang="en-US" sz="7200" b="1">
                <a:latin typeface="Times New Roman" panose="02020603050405020304" pitchFamily="18" charset="0"/>
                <a:cs typeface="Times New Roman" panose="02020603050405020304" pitchFamily="18" charset="0"/>
              </a:rPr>
              <a:t>VÀ THUỐC ĐẶC TRỊ</a:t>
            </a:r>
            <a:endParaRPr lang="en-US" altLang="en-US" sz="7200" b="1" dirty="0">
              <a:latin typeface="Times New Roman" panose="02020603050405020304" pitchFamily="18" charset="0"/>
              <a:cs typeface="Times New Roman" panose="02020603050405020304" pitchFamily="18" charset="0"/>
            </a:endParaRPr>
          </a:p>
        </p:txBody>
      </p:sp>
      <p:sp>
        <p:nvSpPr>
          <p:cNvPr id="6" name="Rectangle 5"/>
          <p:cNvSpPr/>
          <p:nvPr/>
        </p:nvSpPr>
        <p:spPr>
          <a:xfrm>
            <a:off x="4773706" y="8808660"/>
            <a:ext cx="19256188" cy="1130428"/>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algn="ctr"/>
            <a:r>
              <a:rPr lang="en-US" altLang="en-US" sz="3600" b="1" i="1">
                <a:latin typeface="Times New Roman" panose="02020603050405020304" pitchFamily="18" charset="0"/>
                <a:cs typeface="Times New Roman" panose="02020603050405020304" pitchFamily="18" charset="0"/>
                <a:sym typeface="+mn-ea"/>
              </a:rPr>
              <a:t>Nguyễn Quang Tiến</a:t>
            </a:r>
            <a:endParaRPr lang="en-US" altLang="en-US" sz="3600" b="1" i="1" dirty="0">
              <a:latin typeface="Times New Roman" panose="02020603050405020304" pitchFamily="18" charset="0"/>
              <a:cs typeface="Times New Roman" panose="02020603050405020304" pitchFamily="18" charset="0"/>
              <a:sym typeface="+mn-ea"/>
            </a:endParaRPr>
          </a:p>
          <a:p>
            <a:pPr algn="ctr"/>
            <a:r>
              <a:rPr lang="vi-VN" sz="3600" b="1" i="1" dirty="0">
                <a:latin typeface="Times New Roman" panose="02020603050405020304" pitchFamily="18" charset="0"/>
                <a:cs typeface="Times New Roman" panose="02020603050405020304" pitchFamily="18" charset="0"/>
              </a:rPr>
              <a:t>Giảng viên hướng dẫn</a:t>
            </a:r>
            <a:r>
              <a:rPr lang="vi-VN" sz="3600" b="1" i="1">
                <a:latin typeface="Times New Roman" panose="02020603050405020304" pitchFamily="18" charset="0"/>
                <a:cs typeface="Times New Roman" panose="02020603050405020304" pitchFamily="18" charset="0"/>
              </a:rPr>
              <a:t>: </a:t>
            </a:r>
            <a:r>
              <a:rPr lang="en-US" sz="3600" b="1" i="1">
                <a:latin typeface="Times New Roman" panose="02020603050405020304" pitchFamily="18" charset="0"/>
                <a:cs typeface="Times New Roman" panose="02020603050405020304" pitchFamily="18" charset="0"/>
              </a:rPr>
              <a:t>Trần Đăng Công</a:t>
            </a:r>
            <a:endParaRPr lang="en-AU" altLang="vi-VN" sz="3600" b="1" i="1" dirty="0">
              <a:latin typeface="Times New Roman" panose="02020603050405020304" pitchFamily="18" charset="0"/>
              <a:cs typeface="Times New Roman" panose="02020603050405020304" pitchFamily="18" charset="0"/>
            </a:endParaRPr>
          </a:p>
        </p:txBody>
      </p:sp>
      <p:sp>
        <p:nvSpPr>
          <p:cNvPr id="7" name="Rectangle 6"/>
          <p:cNvSpPr/>
          <p:nvPr/>
        </p:nvSpPr>
        <p:spPr>
          <a:xfrm>
            <a:off x="4831460" y="9137681"/>
            <a:ext cx="19256188" cy="1968504"/>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algn="ctr"/>
            <a:r>
              <a:rPr lang="en-US" sz="3200" i="1" dirty="0" err="1">
                <a:latin typeface="Times New Roman" panose="02020603050405020304" pitchFamily="18" charset="0"/>
                <a:cs typeface="Times New Roman" panose="02020603050405020304" pitchFamily="18" charset="0"/>
              </a:rPr>
              <a:t>Dainam</a:t>
            </a:r>
            <a:r>
              <a:rPr lang="en-US" sz="3200" i="1" dirty="0">
                <a:latin typeface="Times New Roman" panose="02020603050405020304" pitchFamily="18" charset="0"/>
                <a:cs typeface="Times New Roman" panose="02020603050405020304" pitchFamily="18" charset="0"/>
              </a:rPr>
              <a:t> University, Hanoi, Vietnam</a:t>
            </a:r>
          </a:p>
        </p:txBody>
      </p:sp>
      <p:sp>
        <p:nvSpPr>
          <p:cNvPr id="16" name="Text Box 189"/>
          <p:cNvSpPr txBox="1">
            <a:spLocks noChangeArrowheads="1"/>
          </p:cNvSpPr>
          <p:nvPr/>
        </p:nvSpPr>
        <p:spPr bwMode="auto">
          <a:xfrm>
            <a:off x="592701" y="12907266"/>
            <a:ext cx="9074187" cy="7540781"/>
          </a:xfrm>
          <a:prstGeom prst="rect">
            <a:avLst/>
          </a:prstGeom>
          <a:solidFill>
            <a:schemeClr val="bg1"/>
          </a:solidFill>
          <a:ln w="57150">
            <a:solidFill>
              <a:srgbClr val="233F99"/>
            </a:solidFill>
          </a:ln>
          <a:effectLst/>
        </p:spPr>
        <p:txBody>
          <a:bodyPr wrap="square" lIns="173940" tIns="173940" rIns="173940" bIns="173940">
            <a:noAutofit/>
          </a:bodyPr>
          <a:lstStyle>
            <a:lvl1pPr eaLnBrk="0" hangingPunct="0">
              <a:defRPr sz="2200">
                <a:solidFill>
                  <a:schemeClr val="tx1"/>
                </a:solidFill>
                <a:latin typeface="Arial" panose="020B0604020202020204" pitchFamily="34" charset="0"/>
              </a:defRPr>
            </a:lvl1pPr>
            <a:lvl2pPr marL="742950" indent="-285750" eaLnBrk="0" hangingPunct="0">
              <a:defRPr sz="2200">
                <a:solidFill>
                  <a:schemeClr val="tx1"/>
                </a:solidFill>
                <a:latin typeface="Arial" panose="020B0604020202020204" pitchFamily="34" charset="0"/>
              </a:defRPr>
            </a:lvl2pPr>
            <a:lvl3pPr marL="1143000" indent="-228600" eaLnBrk="0" hangingPunct="0">
              <a:defRPr sz="2200">
                <a:solidFill>
                  <a:schemeClr val="tx1"/>
                </a:solidFill>
                <a:latin typeface="Arial" panose="020B0604020202020204" pitchFamily="34" charset="0"/>
              </a:defRPr>
            </a:lvl3pPr>
            <a:lvl4pPr marL="1600200" indent="-228600" eaLnBrk="0" hangingPunct="0">
              <a:defRPr sz="2200">
                <a:solidFill>
                  <a:schemeClr val="tx1"/>
                </a:solidFill>
                <a:latin typeface="Arial" panose="020B0604020202020204" pitchFamily="34" charset="0"/>
              </a:defRPr>
            </a:lvl4pPr>
            <a:lvl5pPr marL="2057400" indent="-228600" eaLnBrk="0" hangingPunct="0">
              <a:defRPr sz="2200">
                <a:solidFill>
                  <a:schemeClr val="tx1"/>
                </a:solidFill>
                <a:latin typeface="Arial" panose="020B0604020202020204" pitchFamily="34" charset="0"/>
              </a:defRPr>
            </a:lvl5pPr>
            <a:lvl6pPr marL="2514600" indent="-228600" eaLnBrk="0" fontAlgn="base" hangingPunct="0">
              <a:spcBef>
                <a:spcPct val="0"/>
              </a:spcBef>
              <a:spcAft>
                <a:spcPct val="0"/>
              </a:spcAft>
              <a:defRPr sz="2200">
                <a:solidFill>
                  <a:schemeClr val="tx1"/>
                </a:solidFill>
                <a:latin typeface="Arial" panose="020B0604020202020204" pitchFamily="34" charset="0"/>
              </a:defRPr>
            </a:lvl6pPr>
            <a:lvl7pPr marL="2971800" indent="-228600" eaLnBrk="0" fontAlgn="base" hangingPunct="0">
              <a:spcBef>
                <a:spcPct val="0"/>
              </a:spcBef>
              <a:spcAft>
                <a:spcPct val="0"/>
              </a:spcAft>
              <a:defRPr sz="2200">
                <a:solidFill>
                  <a:schemeClr val="tx1"/>
                </a:solidFill>
                <a:latin typeface="Arial" panose="020B0604020202020204" pitchFamily="34" charset="0"/>
              </a:defRPr>
            </a:lvl7pPr>
            <a:lvl8pPr marL="3429000" indent="-228600" eaLnBrk="0" fontAlgn="base" hangingPunct="0">
              <a:spcBef>
                <a:spcPct val="0"/>
              </a:spcBef>
              <a:spcAft>
                <a:spcPct val="0"/>
              </a:spcAft>
              <a:defRPr sz="2200">
                <a:solidFill>
                  <a:schemeClr val="tx1"/>
                </a:solidFill>
                <a:latin typeface="Arial" panose="020B0604020202020204" pitchFamily="34" charset="0"/>
              </a:defRPr>
            </a:lvl8pPr>
            <a:lvl9pPr marL="3886200" indent="-228600" eaLnBrk="0" fontAlgn="base" hangingPunct="0">
              <a:spcBef>
                <a:spcPct val="0"/>
              </a:spcBef>
              <a:spcAft>
                <a:spcPct val="0"/>
              </a:spcAft>
              <a:defRPr sz="2200">
                <a:solidFill>
                  <a:schemeClr val="tx1"/>
                </a:solidFill>
                <a:latin typeface="Arial" panose="020B0604020202020204" pitchFamily="34" charset="0"/>
              </a:defRPr>
            </a:lvl9pPr>
          </a:lstStyle>
          <a:p>
            <a:pPr eaLnBrk="1" hangingPunct="1"/>
            <a:endParaRPr lang="en-US" sz="3000" dirty="0">
              <a:latin typeface="Times New Roman" panose="02020603050405020304" pitchFamily="18" charset="0"/>
              <a:cs typeface="Times New Roman" panose="02020603050405020304" pitchFamily="18" charset="0"/>
            </a:endParaRPr>
          </a:p>
        </p:txBody>
      </p:sp>
      <p:sp>
        <p:nvSpPr>
          <p:cNvPr id="17" name="Rectangle 16"/>
          <p:cNvSpPr/>
          <p:nvPr/>
        </p:nvSpPr>
        <p:spPr>
          <a:xfrm>
            <a:off x="551970" y="11721071"/>
            <a:ext cx="9074187" cy="964611"/>
          </a:xfrm>
          <a:prstGeom prst="rect">
            <a:avLst/>
          </a:prstGeom>
          <a:solidFill>
            <a:srgbClr val="233F99"/>
          </a:solidFill>
          <a:ln w="57150"/>
        </p:spPr>
        <p:style>
          <a:lnRef idx="2">
            <a:schemeClr val="accent1">
              <a:shade val="50000"/>
            </a:schemeClr>
          </a:lnRef>
          <a:fillRef idx="1">
            <a:schemeClr val="accent1"/>
          </a:fillRef>
          <a:effectRef idx="0">
            <a:schemeClr val="accent1"/>
          </a:effectRef>
          <a:fontRef idx="minor">
            <a:schemeClr val="lt1"/>
          </a:fontRef>
        </p:style>
        <p:txBody>
          <a:bodyPr lIns="86970" tIns="43485" rIns="86970" bIns="43485" rtlCol="0" anchor="ctr"/>
          <a:lstStyle/>
          <a:p>
            <a:pPr algn="ctr"/>
            <a:r>
              <a:rPr lang="vi-VN" sz="5400" b="1" dirty="0">
                <a:solidFill>
                  <a:schemeClr val="bg1"/>
                </a:solidFill>
                <a:latin typeface="Times New Roman" panose="02020603050405020304" pitchFamily="18" charset="0"/>
                <a:cs typeface="Times New Roman" panose="02020603050405020304" pitchFamily="18" charset="0"/>
              </a:rPr>
              <a:t>GIỚI THIỆU</a:t>
            </a:r>
            <a:endParaRPr lang="en-US" sz="5400" b="1" dirty="0">
              <a:solidFill>
                <a:schemeClr val="bg1"/>
              </a:solidFill>
              <a:latin typeface="Times New Roman" panose="02020603050405020304" pitchFamily="18" charset="0"/>
              <a:cs typeface="Times New Roman" panose="02020603050405020304" pitchFamily="18" charset="0"/>
            </a:endParaRPr>
          </a:p>
        </p:txBody>
      </p:sp>
      <p:sp>
        <p:nvSpPr>
          <p:cNvPr id="18" name="Text Box 194"/>
          <p:cNvSpPr txBox="1">
            <a:spLocks noChangeArrowheads="1"/>
          </p:cNvSpPr>
          <p:nvPr/>
        </p:nvSpPr>
        <p:spPr bwMode="auto">
          <a:xfrm>
            <a:off x="481514" y="21903484"/>
            <a:ext cx="9074187" cy="18859385"/>
          </a:xfrm>
          <a:prstGeom prst="rect">
            <a:avLst/>
          </a:prstGeom>
          <a:solidFill>
            <a:schemeClr val="bg1"/>
          </a:solidFill>
          <a:ln w="57150">
            <a:solidFill>
              <a:srgbClr val="233F99"/>
            </a:solidFill>
          </a:ln>
          <a:effectLst/>
        </p:spPr>
        <p:txBody>
          <a:bodyPr lIns="173940" tIns="173940" rIns="173940" bIns="173940">
            <a:noAutofit/>
          </a:bodyPr>
          <a:lstStyle>
            <a:lvl1pPr eaLnBrk="0" hangingPunct="0">
              <a:defRPr sz="2200">
                <a:solidFill>
                  <a:schemeClr val="tx1"/>
                </a:solidFill>
                <a:latin typeface="Arial" panose="020B0604020202020204" pitchFamily="34" charset="0"/>
              </a:defRPr>
            </a:lvl1pPr>
            <a:lvl2pPr marL="742950" indent="-285750" eaLnBrk="0" hangingPunct="0">
              <a:defRPr sz="2200">
                <a:solidFill>
                  <a:schemeClr val="tx1"/>
                </a:solidFill>
                <a:latin typeface="Arial" panose="020B0604020202020204" pitchFamily="34" charset="0"/>
              </a:defRPr>
            </a:lvl2pPr>
            <a:lvl3pPr marL="1143000" indent="-228600" eaLnBrk="0" hangingPunct="0">
              <a:defRPr sz="2200">
                <a:solidFill>
                  <a:schemeClr val="tx1"/>
                </a:solidFill>
                <a:latin typeface="Arial" panose="020B0604020202020204" pitchFamily="34" charset="0"/>
              </a:defRPr>
            </a:lvl3pPr>
            <a:lvl4pPr marL="1600200" indent="-228600" eaLnBrk="0" hangingPunct="0">
              <a:defRPr sz="2200">
                <a:solidFill>
                  <a:schemeClr val="tx1"/>
                </a:solidFill>
                <a:latin typeface="Arial" panose="020B0604020202020204" pitchFamily="34" charset="0"/>
              </a:defRPr>
            </a:lvl4pPr>
            <a:lvl5pPr marL="2057400" indent="-228600" eaLnBrk="0" hangingPunct="0">
              <a:defRPr sz="2200">
                <a:solidFill>
                  <a:schemeClr val="tx1"/>
                </a:solidFill>
                <a:latin typeface="Arial" panose="020B0604020202020204" pitchFamily="34" charset="0"/>
              </a:defRPr>
            </a:lvl5pPr>
            <a:lvl6pPr marL="2514600" indent="-228600" eaLnBrk="0" fontAlgn="base" hangingPunct="0">
              <a:spcBef>
                <a:spcPct val="0"/>
              </a:spcBef>
              <a:spcAft>
                <a:spcPct val="0"/>
              </a:spcAft>
              <a:defRPr sz="2200">
                <a:solidFill>
                  <a:schemeClr val="tx1"/>
                </a:solidFill>
                <a:latin typeface="Arial" panose="020B0604020202020204" pitchFamily="34" charset="0"/>
              </a:defRPr>
            </a:lvl6pPr>
            <a:lvl7pPr marL="2971800" indent="-228600" eaLnBrk="0" fontAlgn="base" hangingPunct="0">
              <a:spcBef>
                <a:spcPct val="0"/>
              </a:spcBef>
              <a:spcAft>
                <a:spcPct val="0"/>
              </a:spcAft>
              <a:defRPr sz="2200">
                <a:solidFill>
                  <a:schemeClr val="tx1"/>
                </a:solidFill>
                <a:latin typeface="Arial" panose="020B0604020202020204" pitchFamily="34" charset="0"/>
              </a:defRPr>
            </a:lvl7pPr>
            <a:lvl8pPr marL="3429000" indent="-228600" eaLnBrk="0" fontAlgn="base" hangingPunct="0">
              <a:spcBef>
                <a:spcPct val="0"/>
              </a:spcBef>
              <a:spcAft>
                <a:spcPct val="0"/>
              </a:spcAft>
              <a:defRPr sz="2200">
                <a:solidFill>
                  <a:schemeClr val="tx1"/>
                </a:solidFill>
                <a:latin typeface="Arial" panose="020B0604020202020204" pitchFamily="34" charset="0"/>
              </a:defRPr>
            </a:lvl8pPr>
            <a:lvl9pPr marL="3886200" indent="-228600" eaLnBrk="0" fontAlgn="base" hangingPunct="0">
              <a:spcBef>
                <a:spcPct val="0"/>
              </a:spcBef>
              <a:spcAft>
                <a:spcPct val="0"/>
              </a:spcAft>
              <a:defRPr sz="2200">
                <a:solidFill>
                  <a:schemeClr val="tx1"/>
                </a:solidFill>
                <a:latin typeface="Arial" panose="020B0604020202020204" pitchFamily="34" charset="0"/>
              </a:defRPr>
            </a:lvl9pPr>
          </a:lstStyle>
          <a:p>
            <a:pPr algn="ctr" eaLnBrk="1" hangingPunct="1"/>
            <a:endParaRPr lang="en-US" sz="3000" b="1" dirty="0">
              <a:latin typeface="Times New Roman" panose="02020603050405020304" pitchFamily="18" charset="0"/>
              <a:cs typeface="Times New Roman" panose="02020603050405020304" pitchFamily="18" charset="0"/>
            </a:endParaRPr>
          </a:p>
          <a:p>
            <a:pPr algn="ctr" eaLnBrk="1" hangingPunct="1"/>
            <a:endParaRPr lang="en-US" sz="3000" b="1" dirty="0">
              <a:latin typeface="Times New Roman" panose="02020603050405020304" pitchFamily="18" charset="0"/>
              <a:cs typeface="Times New Roman" panose="02020603050405020304" pitchFamily="18" charset="0"/>
            </a:endParaRPr>
          </a:p>
          <a:p>
            <a:pPr algn="ctr" eaLnBrk="1" hangingPunct="1"/>
            <a:endParaRPr lang="en-US" sz="3000" b="1" dirty="0">
              <a:latin typeface="Times New Roman" panose="02020603050405020304" pitchFamily="18" charset="0"/>
              <a:cs typeface="Times New Roman" panose="02020603050405020304" pitchFamily="18" charset="0"/>
            </a:endParaRPr>
          </a:p>
          <a:p>
            <a:pPr algn="ctr" eaLnBrk="1" hangingPunct="1"/>
            <a:endParaRPr lang="en-US" sz="3000" b="1" dirty="0">
              <a:latin typeface="Times New Roman" panose="02020603050405020304" pitchFamily="18" charset="0"/>
              <a:cs typeface="Times New Roman" panose="02020603050405020304" pitchFamily="18" charset="0"/>
            </a:endParaRPr>
          </a:p>
          <a:p>
            <a:pPr algn="ctr" eaLnBrk="1" hangingPunct="1"/>
            <a:endParaRPr lang="en-US" sz="3000" b="1" dirty="0">
              <a:latin typeface="Times New Roman" panose="02020603050405020304" pitchFamily="18" charset="0"/>
              <a:cs typeface="Times New Roman" panose="02020603050405020304" pitchFamily="18" charset="0"/>
            </a:endParaRPr>
          </a:p>
          <a:p>
            <a:pPr algn="ctr" eaLnBrk="1" hangingPunct="1"/>
            <a:endParaRPr lang="en-US" sz="3000" b="1" dirty="0">
              <a:latin typeface="Times New Roman" panose="02020603050405020304" pitchFamily="18" charset="0"/>
              <a:cs typeface="Times New Roman" panose="02020603050405020304" pitchFamily="18" charset="0"/>
            </a:endParaRPr>
          </a:p>
          <a:p>
            <a:pPr eaLnBrk="1" hangingPunct="1"/>
            <a:endParaRPr lang="en-US" sz="3000" b="1" dirty="0">
              <a:latin typeface="Times New Roman" panose="02020603050405020304" pitchFamily="18" charset="0"/>
              <a:cs typeface="Times New Roman" panose="02020603050405020304" pitchFamily="18" charset="0"/>
            </a:endParaRPr>
          </a:p>
          <a:p>
            <a:pPr algn="ctr" eaLnBrk="1" hangingPunct="1"/>
            <a:endParaRPr lang="en-US" sz="3000" b="1" dirty="0">
              <a:latin typeface="Times New Roman" panose="02020603050405020304" pitchFamily="18" charset="0"/>
              <a:cs typeface="Times New Roman" panose="02020603050405020304" pitchFamily="18" charset="0"/>
            </a:endParaRPr>
          </a:p>
        </p:txBody>
      </p:sp>
      <p:sp>
        <p:nvSpPr>
          <p:cNvPr id="19" name="Rectangle 18"/>
          <p:cNvSpPr/>
          <p:nvPr/>
        </p:nvSpPr>
        <p:spPr>
          <a:xfrm>
            <a:off x="19618595" y="20615285"/>
            <a:ext cx="8667640" cy="1007349"/>
          </a:xfrm>
          <a:prstGeom prst="rect">
            <a:avLst/>
          </a:prstGeom>
          <a:solidFill>
            <a:srgbClr val="233F99"/>
          </a:solidFill>
          <a:ln w="57150"/>
        </p:spPr>
        <p:style>
          <a:lnRef idx="2">
            <a:schemeClr val="accent1">
              <a:shade val="50000"/>
            </a:schemeClr>
          </a:lnRef>
          <a:fillRef idx="1">
            <a:schemeClr val="accent1"/>
          </a:fillRef>
          <a:effectRef idx="0">
            <a:schemeClr val="accent1"/>
          </a:effectRef>
          <a:fontRef idx="minor">
            <a:schemeClr val="lt1"/>
          </a:fontRef>
        </p:style>
        <p:txBody>
          <a:bodyPr lIns="86970" tIns="43485" rIns="86970" bIns="43485" rtlCol="0" anchor="ctr"/>
          <a:lstStyle/>
          <a:p>
            <a:pPr algn="ctr"/>
            <a:r>
              <a:rPr lang="vi-VN" sz="5400" b="1" dirty="0">
                <a:solidFill>
                  <a:schemeClr val="bg1"/>
                </a:solidFill>
                <a:latin typeface="Times New Roman" panose="02020603050405020304" pitchFamily="18" charset="0"/>
                <a:cs typeface="Times New Roman" panose="02020603050405020304" pitchFamily="18" charset="0"/>
              </a:rPr>
              <a:t>KẾT QUẢ</a:t>
            </a:r>
            <a:endParaRPr lang="en-US" sz="5400" b="1" dirty="0">
              <a:solidFill>
                <a:schemeClr val="bg1"/>
              </a:solidFill>
              <a:latin typeface="Times New Roman" panose="02020603050405020304" pitchFamily="18" charset="0"/>
              <a:cs typeface="Times New Roman" panose="02020603050405020304" pitchFamily="18" charset="0"/>
            </a:endParaRPr>
          </a:p>
        </p:txBody>
      </p:sp>
      <p:sp>
        <p:nvSpPr>
          <p:cNvPr id="20" name="Text Box 191"/>
          <p:cNvSpPr txBox="1">
            <a:spLocks noChangeArrowheads="1"/>
          </p:cNvSpPr>
          <p:nvPr/>
        </p:nvSpPr>
        <p:spPr bwMode="auto">
          <a:xfrm>
            <a:off x="19648170" y="21668105"/>
            <a:ext cx="8667750" cy="19072225"/>
          </a:xfrm>
          <a:prstGeom prst="rect">
            <a:avLst/>
          </a:prstGeom>
          <a:solidFill>
            <a:schemeClr val="bg1"/>
          </a:solidFill>
          <a:ln w="57150">
            <a:solidFill>
              <a:srgbClr val="233F99"/>
            </a:solidFill>
          </a:ln>
          <a:effectLst/>
        </p:spPr>
        <p:txBody>
          <a:bodyPr lIns="173940" tIns="173940" rIns="173940" bIns="173940">
            <a:noAutofit/>
          </a:bodyPr>
          <a:lstStyle>
            <a:lvl1pPr eaLnBrk="0" hangingPunct="0">
              <a:defRPr sz="2200">
                <a:solidFill>
                  <a:schemeClr val="tx1"/>
                </a:solidFill>
                <a:latin typeface="Arial" panose="020B0604020202020204" pitchFamily="34" charset="0"/>
              </a:defRPr>
            </a:lvl1pPr>
            <a:lvl2pPr marL="742950" indent="-285750" eaLnBrk="0" hangingPunct="0">
              <a:defRPr sz="2200">
                <a:solidFill>
                  <a:schemeClr val="tx1"/>
                </a:solidFill>
                <a:latin typeface="Arial" panose="020B0604020202020204" pitchFamily="34" charset="0"/>
              </a:defRPr>
            </a:lvl2pPr>
            <a:lvl3pPr marL="1143000" indent="-228600" eaLnBrk="0" hangingPunct="0">
              <a:defRPr sz="2200">
                <a:solidFill>
                  <a:schemeClr val="tx1"/>
                </a:solidFill>
                <a:latin typeface="Arial" panose="020B0604020202020204" pitchFamily="34" charset="0"/>
              </a:defRPr>
            </a:lvl3pPr>
            <a:lvl4pPr marL="1600200" indent="-228600" eaLnBrk="0" hangingPunct="0">
              <a:defRPr sz="2200">
                <a:solidFill>
                  <a:schemeClr val="tx1"/>
                </a:solidFill>
                <a:latin typeface="Arial" panose="020B0604020202020204" pitchFamily="34" charset="0"/>
              </a:defRPr>
            </a:lvl4pPr>
            <a:lvl5pPr marL="2057400" indent="-228600" eaLnBrk="0" hangingPunct="0">
              <a:defRPr sz="2200">
                <a:solidFill>
                  <a:schemeClr val="tx1"/>
                </a:solidFill>
                <a:latin typeface="Arial" panose="020B0604020202020204" pitchFamily="34" charset="0"/>
              </a:defRPr>
            </a:lvl5pPr>
            <a:lvl6pPr marL="2514600" indent="-228600" eaLnBrk="0" fontAlgn="base" hangingPunct="0">
              <a:spcBef>
                <a:spcPct val="0"/>
              </a:spcBef>
              <a:spcAft>
                <a:spcPct val="0"/>
              </a:spcAft>
              <a:defRPr sz="2200">
                <a:solidFill>
                  <a:schemeClr val="tx1"/>
                </a:solidFill>
                <a:latin typeface="Arial" panose="020B0604020202020204" pitchFamily="34" charset="0"/>
              </a:defRPr>
            </a:lvl6pPr>
            <a:lvl7pPr marL="2971800" indent="-228600" eaLnBrk="0" fontAlgn="base" hangingPunct="0">
              <a:spcBef>
                <a:spcPct val="0"/>
              </a:spcBef>
              <a:spcAft>
                <a:spcPct val="0"/>
              </a:spcAft>
              <a:defRPr sz="2200">
                <a:solidFill>
                  <a:schemeClr val="tx1"/>
                </a:solidFill>
                <a:latin typeface="Arial" panose="020B0604020202020204" pitchFamily="34" charset="0"/>
              </a:defRPr>
            </a:lvl7pPr>
            <a:lvl8pPr marL="3429000" indent="-228600" eaLnBrk="0" fontAlgn="base" hangingPunct="0">
              <a:spcBef>
                <a:spcPct val="0"/>
              </a:spcBef>
              <a:spcAft>
                <a:spcPct val="0"/>
              </a:spcAft>
              <a:defRPr sz="2200">
                <a:solidFill>
                  <a:schemeClr val="tx1"/>
                </a:solidFill>
                <a:latin typeface="Arial" panose="020B0604020202020204" pitchFamily="34" charset="0"/>
              </a:defRPr>
            </a:lvl8pPr>
            <a:lvl9pPr marL="3886200" indent="-228600" eaLnBrk="0" fontAlgn="base" hangingPunct="0">
              <a:spcBef>
                <a:spcPct val="0"/>
              </a:spcBef>
              <a:spcAft>
                <a:spcPct val="0"/>
              </a:spcAft>
              <a:defRPr sz="2200">
                <a:solidFill>
                  <a:schemeClr val="tx1"/>
                </a:solidFill>
                <a:latin typeface="Arial" panose="020B0604020202020204" pitchFamily="34" charset="0"/>
              </a:defRPr>
            </a:lvl9pPr>
          </a:lstStyle>
          <a:p>
            <a:pPr eaLnBrk="1" hangingPunct="1"/>
            <a:endParaRPr lang="en-US" sz="3000" dirty="0">
              <a:latin typeface="Times New Roman" panose="02020603050405020304" pitchFamily="18" charset="0"/>
              <a:cs typeface="Times New Roman" panose="02020603050405020304" pitchFamily="18" charset="0"/>
            </a:endParaRPr>
          </a:p>
          <a:p>
            <a:pPr eaLnBrk="1" hangingPunct="1"/>
            <a:endParaRPr lang="en-US" sz="3000" dirty="0">
              <a:latin typeface="Times New Roman" panose="02020603050405020304" pitchFamily="18" charset="0"/>
              <a:cs typeface="Times New Roman" panose="02020603050405020304" pitchFamily="18" charset="0"/>
            </a:endParaRPr>
          </a:p>
          <a:p>
            <a:pPr eaLnBrk="1" hangingPunct="1"/>
            <a:endParaRPr lang="en-US" sz="3000" dirty="0">
              <a:latin typeface="Times New Roman" panose="02020603050405020304" pitchFamily="18" charset="0"/>
              <a:cs typeface="Times New Roman" panose="02020603050405020304" pitchFamily="18" charset="0"/>
            </a:endParaRPr>
          </a:p>
          <a:p>
            <a:pPr eaLnBrk="1" hangingPunct="1"/>
            <a:endParaRPr lang="en-US" sz="3000" dirty="0">
              <a:latin typeface="Times New Roman" panose="02020603050405020304" pitchFamily="18" charset="0"/>
              <a:cs typeface="Times New Roman" panose="02020603050405020304" pitchFamily="18" charset="0"/>
            </a:endParaRPr>
          </a:p>
          <a:p>
            <a:pPr eaLnBrk="1" hangingPunct="1"/>
            <a:endParaRPr lang="en-US" sz="3000" dirty="0">
              <a:latin typeface="Times New Roman" panose="02020603050405020304" pitchFamily="18" charset="0"/>
              <a:cs typeface="Times New Roman" panose="02020603050405020304" pitchFamily="18" charset="0"/>
            </a:endParaRPr>
          </a:p>
          <a:p>
            <a:pPr eaLnBrk="1" hangingPunct="1"/>
            <a:endParaRPr lang="en-US" sz="3000" dirty="0">
              <a:latin typeface="Times New Roman" panose="02020603050405020304" pitchFamily="18" charset="0"/>
              <a:cs typeface="Times New Roman" panose="02020603050405020304" pitchFamily="18" charset="0"/>
            </a:endParaRPr>
          </a:p>
          <a:p>
            <a:pPr eaLnBrk="1" hangingPunct="1"/>
            <a:endParaRPr lang="en-US" sz="3000" dirty="0">
              <a:latin typeface="Times New Roman" panose="02020603050405020304" pitchFamily="18" charset="0"/>
              <a:cs typeface="Times New Roman" panose="02020603050405020304" pitchFamily="18" charset="0"/>
            </a:endParaRPr>
          </a:p>
          <a:p>
            <a:pPr eaLnBrk="1" hangingPunct="1"/>
            <a:endParaRPr lang="en-US" sz="3000" dirty="0">
              <a:latin typeface="Times New Roman" panose="02020603050405020304" pitchFamily="18" charset="0"/>
              <a:cs typeface="Times New Roman" panose="02020603050405020304" pitchFamily="18" charset="0"/>
            </a:endParaRPr>
          </a:p>
          <a:p>
            <a:pPr eaLnBrk="1" hangingPunct="1"/>
            <a:endParaRPr lang="en-US" sz="3000" dirty="0">
              <a:latin typeface="Times New Roman" panose="02020603050405020304" pitchFamily="18" charset="0"/>
              <a:cs typeface="Times New Roman" panose="02020603050405020304" pitchFamily="18" charset="0"/>
            </a:endParaRPr>
          </a:p>
          <a:p>
            <a:pPr eaLnBrk="1" hangingPunct="1"/>
            <a:endParaRPr lang="en-US" sz="3000" dirty="0">
              <a:latin typeface="Times New Roman" panose="02020603050405020304" pitchFamily="18" charset="0"/>
              <a:cs typeface="Times New Roman" panose="02020603050405020304" pitchFamily="18" charset="0"/>
            </a:endParaRPr>
          </a:p>
          <a:p>
            <a:pPr eaLnBrk="1" hangingPunct="1"/>
            <a:endParaRPr lang="en-US" sz="3000" dirty="0">
              <a:latin typeface="Times New Roman" panose="02020603050405020304" pitchFamily="18" charset="0"/>
              <a:cs typeface="Times New Roman" panose="02020603050405020304" pitchFamily="18" charset="0"/>
            </a:endParaRPr>
          </a:p>
          <a:p>
            <a:pPr eaLnBrk="1" hangingPunct="1"/>
            <a:endParaRPr lang="en-US" sz="3000" dirty="0">
              <a:latin typeface="Times New Roman" panose="02020603050405020304" pitchFamily="18" charset="0"/>
              <a:cs typeface="Times New Roman" panose="02020603050405020304" pitchFamily="18" charset="0"/>
            </a:endParaRPr>
          </a:p>
          <a:p>
            <a:pPr eaLnBrk="1" hangingPunct="1"/>
            <a:endParaRPr lang="en-US" sz="3000" dirty="0">
              <a:latin typeface="Times New Roman" panose="02020603050405020304" pitchFamily="18" charset="0"/>
              <a:cs typeface="Times New Roman" panose="02020603050405020304" pitchFamily="18" charset="0"/>
            </a:endParaRPr>
          </a:p>
          <a:p>
            <a:pPr eaLnBrk="1" hangingPunct="1"/>
            <a:endParaRPr lang="en-US" sz="3000" dirty="0">
              <a:latin typeface="Times New Roman" panose="02020603050405020304" pitchFamily="18" charset="0"/>
              <a:cs typeface="Times New Roman" panose="02020603050405020304" pitchFamily="18" charset="0"/>
            </a:endParaRPr>
          </a:p>
          <a:p>
            <a:pPr eaLnBrk="1" hangingPunct="1"/>
            <a:endParaRPr lang="en-US" sz="3000" dirty="0">
              <a:latin typeface="Times New Roman" panose="02020603050405020304" pitchFamily="18" charset="0"/>
              <a:cs typeface="Times New Roman" panose="02020603050405020304" pitchFamily="18" charset="0"/>
            </a:endParaRPr>
          </a:p>
          <a:p>
            <a:pPr eaLnBrk="1" hangingPunct="1"/>
            <a:endParaRPr lang="en-US" sz="3000" dirty="0">
              <a:latin typeface="Times New Roman" panose="02020603050405020304" pitchFamily="18" charset="0"/>
              <a:cs typeface="Times New Roman" panose="02020603050405020304" pitchFamily="18" charset="0"/>
            </a:endParaRPr>
          </a:p>
          <a:p>
            <a:pPr eaLnBrk="1" hangingPunct="1"/>
            <a:endParaRPr lang="en-US" sz="3000" dirty="0">
              <a:latin typeface="Times New Roman" panose="02020603050405020304" pitchFamily="18" charset="0"/>
              <a:cs typeface="Times New Roman" panose="02020603050405020304" pitchFamily="18" charset="0"/>
            </a:endParaRPr>
          </a:p>
          <a:p>
            <a:pPr eaLnBrk="1" hangingPunct="1"/>
            <a:endParaRPr lang="en-US" sz="3000" dirty="0">
              <a:latin typeface="Times New Roman" panose="02020603050405020304" pitchFamily="18" charset="0"/>
              <a:cs typeface="Times New Roman" panose="02020603050405020304" pitchFamily="18" charset="0"/>
            </a:endParaRPr>
          </a:p>
          <a:p>
            <a:pPr eaLnBrk="1" hangingPunct="1"/>
            <a:endParaRPr lang="en-US" sz="3000" dirty="0">
              <a:latin typeface="Times New Roman" panose="02020603050405020304" pitchFamily="18" charset="0"/>
              <a:cs typeface="Times New Roman" panose="02020603050405020304" pitchFamily="18" charset="0"/>
            </a:endParaRPr>
          </a:p>
          <a:p>
            <a:pPr eaLnBrk="1" hangingPunct="1"/>
            <a:endParaRPr lang="en-US" sz="3000" dirty="0">
              <a:latin typeface="Times New Roman" panose="02020603050405020304" pitchFamily="18" charset="0"/>
              <a:cs typeface="Times New Roman" panose="02020603050405020304" pitchFamily="18" charset="0"/>
            </a:endParaRPr>
          </a:p>
          <a:p>
            <a:pPr eaLnBrk="1" hangingPunct="1"/>
            <a:endParaRPr lang="en-US" sz="3000" dirty="0">
              <a:latin typeface="Times New Roman" panose="02020603050405020304" pitchFamily="18" charset="0"/>
              <a:cs typeface="Times New Roman" panose="02020603050405020304" pitchFamily="18" charset="0"/>
            </a:endParaRPr>
          </a:p>
          <a:p>
            <a:pPr algn="ctr" eaLnBrk="1" hangingPunct="1"/>
            <a:endParaRPr lang="en-US" sz="3000" b="1" dirty="0">
              <a:latin typeface="Times New Roman" panose="02020603050405020304" pitchFamily="18" charset="0"/>
              <a:cs typeface="Times New Roman" panose="02020603050405020304" pitchFamily="18" charset="0"/>
            </a:endParaRPr>
          </a:p>
          <a:p>
            <a:pPr algn="ctr" eaLnBrk="1" hangingPunct="1"/>
            <a:endParaRPr lang="en-US" sz="3000" b="1" dirty="0">
              <a:latin typeface="Times New Roman" panose="02020603050405020304" pitchFamily="18" charset="0"/>
              <a:cs typeface="Times New Roman" panose="02020603050405020304" pitchFamily="18" charset="0"/>
            </a:endParaRPr>
          </a:p>
          <a:p>
            <a:pPr algn="ctr" eaLnBrk="1" hangingPunct="1"/>
            <a:endParaRPr lang="en-US" sz="3000" b="1" dirty="0">
              <a:latin typeface="Times New Roman" panose="02020603050405020304" pitchFamily="18" charset="0"/>
              <a:cs typeface="Times New Roman" panose="02020603050405020304" pitchFamily="18" charset="0"/>
            </a:endParaRPr>
          </a:p>
          <a:p>
            <a:pPr algn="ctr" eaLnBrk="1" hangingPunct="1"/>
            <a:endParaRPr lang="en-US" sz="3000" b="1" dirty="0">
              <a:latin typeface="Times New Roman" panose="02020603050405020304" pitchFamily="18" charset="0"/>
              <a:cs typeface="Times New Roman" panose="02020603050405020304" pitchFamily="18" charset="0"/>
            </a:endParaRPr>
          </a:p>
          <a:p>
            <a:pPr algn="ctr" eaLnBrk="1" hangingPunct="1"/>
            <a:endParaRPr lang="en-US" sz="3000" b="1" dirty="0">
              <a:latin typeface="Times New Roman" panose="02020603050405020304" pitchFamily="18" charset="0"/>
              <a:cs typeface="Times New Roman" panose="02020603050405020304" pitchFamily="18" charset="0"/>
            </a:endParaRPr>
          </a:p>
          <a:p>
            <a:pPr algn="ctr" eaLnBrk="1" hangingPunct="1"/>
            <a:endParaRPr lang="en-US" sz="3000" b="1" dirty="0">
              <a:latin typeface="Times New Roman" panose="02020603050405020304" pitchFamily="18" charset="0"/>
              <a:cs typeface="Times New Roman" panose="02020603050405020304" pitchFamily="18" charset="0"/>
            </a:endParaRPr>
          </a:p>
        </p:txBody>
      </p:sp>
      <p:sp>
        <p:nvSpPr>
          <p:cNvPr id="21" name="Rectangle 20"/>
          <p:cNvSpPr/>
          <p:nvPr/>
        </p:nvSpPr>
        <p:spPr>
          <a:xfrm>
            <a:off x="10045022" y="11665207"/>
            <a:ext cx="18335070" cy="1002860"/>
          </a:xfrm>
          <a:prstGeom prst="rect">
            <a:avLst/>
          </a:prstGeom>
          <a:solidFill>
            <a:srgbClr val="233F99"/>
          </a:solidFill>
          <a:ln w="57150">
            <a:solidFill>
              <a:srgbClr val="233F99"/>
            </a:solidFill>
          </a:ln>
        </p:spPr>
        <p:style>
          <a:lnRef idx="2">
            <a:schemeClr val="accent1">
              <a:shade val="50000"/>
            </a:schemeClr>
          </a:lnRef>
          <a:fillRef idx="1">
            <a:schemeClr val="accent1"/>
          </a:fillRef>
          <a:effectRef idx="0">
            <a:schemeClr val="accent1"/>
          </a:effectRef>
          <a:fontRef idx="minor">
            <a:schemeClr val="lt1"/>
          </a:fontRef>
        </p:style>
        <p:txBody>
          <a:bodyPr lIns="86970" tIns="43485" rIns="86970" bIns="43485" rtlCol="0" anchor="ctr"/>
          <a:lstStyle/>
          <a:p>
            <a:pPr algn="ctr"/>
            <a:r>
              <a:rPr lang="vi-VN" sz="5400" b="1"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KIẾN TRÚC HỆ THỐNG</a:t>
            </a:r>
            <a:endParaRPr lang="en-US" sz="5400" b="1" dirty="0">
              <a:solidFill>
                <a:schemeClr val="bg1"/>
              </a:solidFill>
              <a:latin typeface="Times New Roman" panose="02020603050405020304" pitchFamily="18" charset="0"/>
              <a:ea typeface="Calibri" panose="020F0502020204030204" pitchFamily="34" charset="0"/>
              <a:cs typeface="Times New Roman" panose="02020603050405020304" pitchFamily="18" charset="0"/>
            </a:endParaRPr>
          </a:p>
        </p:txBody>
      </p:sp>
      <p:sp>
        <p:nvSpPr>
          <p:cNvPr id="22" name="Text Box 190"/>
          <p:cNvSpPr txBox="1">
            <a:spLocks noChangeArrowheads="1"/>
          </p:cNvSpPr>
          <p:nvPr/>
        </p:nvSpPr>
        <p:spPr bwMode="auto">
          <a:xfrm>
            <a:off x="10097479" y="21701041"/>
            <a:ext cx="9074186" cy="19061828"/>
          </a:xfrm>
          <a:prstGeom prst="rect">
            <a:avLst/>
          </a:prstGeom>
          <a:solidFill>
            <a:schemeClr val="bg1"/>
          </a:solidFill>
          <a:ln w="57150">
            <a:solidFill>
              <a:srgbClr val="233F99"/>
            </a:solidFill>
          </a:ln>
          <a:effectLst/>
        </p:spPr>
        <p:txBody>
          <a:bodyPr lIns="173940" tIns="173940" rIns="173940" bIns="173940">
            <a:noAutofit/>
          </a:bodyPr>
          <a:lstStyle>
            <a:lvl1pPr eaLnBrk="0" hangingPunct="0">
              <a:defRPr sz="2200">
                <a:solidFill>
                  <a:schemeClr val="tx1"/>
                </a:solidFill>
                <a:latin typeface="Arial" panose="020B0604020202020204" pitchFamily="34" charset="0"/>
              </a:defRPr>
            </a:lvl1pPr>
            <a:lvl2pPr marL="742950" indent="-285750" eaLnBrk="0" hangingPunct="0">
              <a:defRPr sz="2200">
                <a:solidFill>
                  <a:schemeClr val="tx1"/>
                </a:solidFill>
                <a:latin typeface="Arial" panose="020B0604020202020204" pitchFamily="34" charset="0"/>
              </a:defRPr>
            </a:lvl2pPr>
            <a:lvl3pPr marL="1143000" indent="-228600" eaLnBrk="0" hangingPunct="0">
              <a:defRPr sz="2200">
                <a:solidFill>
                  <a:schemeClr val="tx1"/>
                </a:solidFill>
                <a:latin typeface="Arial" panose="020B0604020202020204" pitchFamily="34" charset="0"/>
              </a:defRPr>
            </a:lvl3pPr>
            <a:lvl4pPr marL="1600200" indent="-228600" eaLnBrk="0" hangingPunct="0">
              <a:defRPr sz="2200">
                <a:solidFill>
                  <a:schemeClr val="tx1"/>
                </a:solidFill>
                <a:latin typeface="Arial" panose="020B0604020202020204" pitchFamily="34" charset="0"/>
              </a:defRPr>
            </a:lvl4pPr>
            <a:lvl5pPr marL="2057400" indent="-228600" eaLnBrk="0" hangingPunct="0">
              <a:defRPr sz="2200">
                <a:solidFill>
                  <a:schemeClr val="tx1"/>
                </a:solidFill>
                <a:latin typeface="Arial" panose="020B0604020202020204" pitchFamily="34" charset="0"/>
              </a:defRPr>
            </a:lvl5pPr>
            <a:lvl6pPr marL="2514600" indent="-228600" eaLnBrk="0" fontAlgn="base" hangingPunct="0">
              <a:spcBef>
                <a:spcPct val="0"/>
              </a:spcBef>
              <a:spcAft>
                <a:spcPct val="0"/>
              </a:spcAft>
              <a:defRPr sz="2200">
                <a:solidFill>
                  <a:schemeClr val="tx1"/>
                </a:solidFill>
                <a:latin typeface="Arial" panose="020B0604020202020204" pitchFamily="34" charset="0"/>
              </a:defRPr>
            </a:lvl6pPr>
            <a:lvl7pPr marL="2971800" indent="-228600" eaLnBrk="0" fontAlgn="base" hangingPunct="0">
              <a:spcBef>
                <a:spcPct val="0"/>
              </a:spcBef>
              <a:spcAft>
                <a:spcPct val="0"/>
              </a:spcAft>
              <a:defRPr sz="2200">
                <a:solidFill>
                  <a:schemeClr val="tx1"/>
                </a:solidFill>
                <a:latin typeface="Arial" panose="020B0604020202020204" pitchFamily="34" charset="0"/>
              </a:defRPr>
            </a:lvl7pPr>
            <a:lvl8pPr marL="3429000" indent="-228600" eaLnBrk="0" fontAlgn="base" hangingPunct="0">
              <a:spcBef>
                <a:spcPct val="0"/>
              </a:spcBef>
              <a:spcAft>
                <a:spcPct val="0"/>
              </a:spcAft>
              <a:defRPr sz="2200">
                <a:solidFill>
                  <a:schemeClr val="tx1"/>
                </a:solidFill>
                <a:latin typeface="Arial" panose="020B0604020202020204" pitchFamily="34" charset="0"/>
              </a:defRPr>
            </a:lvl8pPr>
            <a:lvl9pPr marL="3886200" indent="-228600" eaLnBrk="0" fontAlgn="base" hangingPunct="0">
              <a:spcBef>
                <a:spcPct val="0"/>
              </a:spcBef>
              <a:spcAft>
                <a:spcPct val="0"/>
              </a:spcAft>
              <a:defRPr sz="2200">
                <a:solidFill>
                  <a:schemeClr val="tx1"/>
                </a:solidFill>
                <a:latin typeface="Arial" panose="020B0604020202020204" pitchFamily="34" charset="0"/>
              </a:defRPr>
            </a:lvl9pPr>
          </a:lstStyle>
          <a:p>
            <a:pPr eaLnBrk="1" hangingPunct="1"/>
            <a:r>
              <a:rPr lang="en-US" sz="3000" dirty="0">
                <a:latin typeface="Times New Roman" panose="02020603050405020304" pitchFamily="18" charset="0"/>
                <a:cs typeface="Times New Roman" panose="02020603050405020304" pitchFamily="18" charset="0"/>
              </a:rPr>
              <a:t>                                          </a:t>
            </a:r>
          </a:p>
          <a:p>
            <a:pPr eaLnBrk="1" hangingPunct="1"/>
            <a:endParaRPr lang="en-US" sz="3000" dirty="0">
              <a:latin typeface="Times New Roman" panose="02020603050405020304" pitchFamily="18" charset="0"/>
              <a:cs typeface="Times New Roman" panose="02020603050405020304" pitchFamily="18" charset="0"/>
            </a:endParaRPr>
          </a:p>
          <a:p>
            <a:pPr eaLnBrk="1" hangingPunct="1"/>
            <a:endParaRPr lang="en-US" sz="3000" dirty="0">
              <a:latin typeface="Times New Roman" panose="02020603050405020304" pitchFamily="18" charset="0"/>
              <a:cs typeface="Times New Roman" panose="02020603050405020304" pitchFamily="18" charset="0"/>
            </a:endParaRPr>
          </a:p>
          <a:p>
            <a:pPr eaLnBrk="1" hangingPunct="1"/>
            <a:endParaRPr lang="en-US" sz="3000" dirty="0">
              <a:latin typeface="Times New Roman" panose="02020603050405020304" pitchFamily="18" charset="0"/>
              <a:cs typeface="Times New Roman" panose="02020603050405020304" pitchFamily="18" charset="0"/>
            </a:endParaRPr>
          </a:p>
          <a:p>
            <a:pPr eaLnBrk="1" hangingPunct="1"/>
            <a:endParaRPr lang="en-US" sz="3000" dirty="0">
              <a:latin typeface="Times New Roman" panose="02020603050405020304" pitchFamily="18" charset="0"/>
              <a:cs typeface="Times New Roman" panose="02020603050405020304" pitchFamily="18" charset="0"/>
            </a:endParaRPr>
          </a:p>
          <a:p>
            <a:pPr eaLnBrk="1" hangingPunct="1"/>
            <a:endParaRPr lang="en-US" sz="3000" dirty="0">
              <a:latin typeface="Times New Roman" panose="02020603050405020304" pitchFamily="18" charset="0"/>
              <a:cs typeface="Times New Roman" panose="02020603050405020304" pitchFamily="18" charset="0"/>
            </a:endParaRPr>
          </a:p>
          <a:p>
            <a:pPr eaLnBrk="1" hangingPunct="1"/>
            <a:endParaRPr lang="en-US" sz="3000" dirty="0">
              <a:latin typeface="Times New Roman" panose="02020603050405020304" pitchFamily="18" charset="0"/>
              <a:cs typeface="Times New Roman" panose="02020603050405020304" pitchFamily="18" charset="0"/>
            </a:endParaRPr>
          </a:p>
          <a:p>
            <a:pPr eaLnBrk="1" hangingPunct="1"/>
            <a:endParaRPr lang="en-US" sz="3000" dirty="0">
              <a:latin typeface="Times New Roman" panose="02020603050405020304" pitchFamily="18" charset="0"/>
              <a:cs typeface="Times New Roman" panose="02020603050405020304" pitchFamily="18" charset="0"/>
            </a:endParaRPr>
          </a:p>
          <a:p>
            <a:pPr eaLnBrk="1" hangingPunct="1"/>
            <a:endParaRPr lang="en-US" sz="3000" dirty="0">
              <a:latin typeface="Times New Roman" panose="02020603050405020304" pitchFamily="18" charset="0"/>
              <a:cs typeface="Times New Roman" panose="02020603050405020304" pitchFamily="18" charset="0"/>
            </a:endParaRPr>
          </a:p>
          <a:p>
            <a:pPr eaLnBrk="1" hangingPunct="1"/>
            <a:endParaRPr lang="en-US" sz="3000" dirty="0">
              <a:latin typeface="Times New Roman" panose="02020603050405020304" pitchFamily="18" charset="0"/>
              <a:cs typeface="Times New Roman" panose="02020603050405020304" pitchFamily="18" charset="0"/>
            </a:endParaRPr>
          </a:p>
          <a:p>
            <a:pPr algn="ctr" eaLnBrk="1" hangingPunct="1"/>
            <a:r>
              <a:rPr lang="en-US" sz="3000" dirty="0">
                <a:latin typeface="Times New Roman" panose="02020603050405020304" pitchFamily="18" charset="0"/>
                <a:cs typeface="Times New Roman" panose="02020603050405020304" pitchFamily="18" charset="0"/>
              </a:rPr>
              <a:t>	</a:t>
            </a:r>
          </a:p>
          <a:p>
            <a:pPr eaLnBrk="1" hangingPunct="1"/>
            <a:endParaRPr lang="en-US" sz="3000" dirty="0">
              <a:latin typeface="Times New Roman" panose="02020603050405020304" pitchFamily="18" charset="0"/>
              <a:cs typeface="Times New Roman" panose="02020603050405020304" pitchFamily="18" charset="0"/>
            </a:endParaRPr>
          </a:p>
          <a:p>
            <a:pPr eaLnBrk="1" hangingPunct="1"/>
            <a:endParaRPr lang="en-US" sz="3000" dirty="0">
              <a:latin typeface="Times New Roman" panose="02020603050405020304" pitchFamily="18" charset="0"/>
              <a:cs typeface="Times New Roman" panose="02020603050405020304" pitchFamily="18" charset="0"/>
            </a:endParaRPr>
          </a:p>
          <a:p>
            <a:pPr eaLnBrk="1" hangingPunct="1"/>
            <a:endParaRPr lang="en-US" sz="3000" dirty="0">
              <a:latin typeface="Times New Roman" panose="02020603050405020304" pitchFamily="18" charset="0"/>
              <a:cs typeface="Times New Roman" panose="02020603050405020304" pitchFamily="18" charset="0"/>
            </a:endParaRPr>
          </a:p>
          <a:p>
            <a:pPr eaLnBrk="1" hangingPunct="1"/>
            <a:endParaRPr lang="en-US" sz="3000" dirty="0">
              <a:latin typeface="Times New Roman" panose="02020603050405020304" pitchFamily="18" charset="0"/>
              <a:cs typeface="Times New Roman" panose="02020603050405020304" pitchFamily="18" charset="0"/>
            </a:endParaRPr>
          </a:p>
          <a:p>
            <a:pPr eaLnBrk="1" hangingPunct="1"/>
            <a:endParaRPr lang="en-US" sz="3000" dirty="0">
              <a:latin typeface="Times New Roman" panose="02020603050405020304" pitchFamily="18" charset="0"/>
              <a:cs typeface="Times New Roman" panose="02020603050405020304" pitchFamily="18" charset="0"/>
            </a:endParaRPr>
          </a:p>
          <a:p>
            <a:pPr eaLnBrk="1" hangingPunct="1"/>
            <a:endParaRPr lang="en-US" sz="3000" dirty="0">
              <a:latin typeface="Times New Roman" panose="02020603050405020304" pitchFamily="18" charset="0"/>
              <a:cs typeface="Times New Roman" panose="02020603050405020304" pitchFamily="18" charset="0"/>
            </a:endParaRPr>
          </a:p>
          <a:p>
            <a:pPr eaLnBrk="1" hangingPunct="1"/>
            <a:endParaRPr lang="en-US" sz="3000" dirty="0">
              <a:latin typeface="Times New Roman" panose="02020603050405020304" pitchFamily="18" charset="0"/>
              <a:cs typeface="Times New Roman" panose="02020603050405020304" pitchFamily="18" charset="0"/>
            </a:endParaRPr>
          </a:p>
          <a:p>
            <a:pPr eaLnBrk="1" hangingPunct="1"/>
            <a:endParaRPr lang="en-US" sz="3000" dirty="0">
              <a:latin typeface="Times New Roman" panose="02020603050405020304" pitchFamily="18" charset="0"/>
              <a:cs typeface="Times New Roman" panose="02020603050405020304" pitchFamily="18" charset="0"/>
            </a:endParaRPr>
          </a:p>
          <a:p>
            <a:pPr marL="1200150" lvl="1" indent="-457200" eaLnBrk="1" hangingPunct="1">
              <a:buFont typeface="Arial" panose="020B0604020202020204" pitchFamily="34" charset="0"/>
              <a:buChar char="•"/>
            </a:pPr>
            <a:endParaRPr lang="en-US" sz="3000" b="1" dirty="0">
              <a:latin typeface="Times New Roman" panose="02020603050405020304" pitchFamily="18" charset="0"/>
              <a:cs typeface="Times New Roman" panose="02020603050405020304" pitchFamily="18" charset="0"/>
            </a:endParaRPr>
          </a:p>
          <a:p>
            <a:pPr marL="1200150" lvl="1" indent="-457200" eaLnBrk="1" hangingPunct="1">
              <a:buFont typeface="Arial" panose="020B0604020202020204" pitchFamily="34" charset="0"/>
              <a:buChar char="•"/>
            </a:pPr>
            <a:endParaRPr lang="en-US" sz="3000" b="1" dirty="0">
              <a:latin typeface="Times New Roman" panose="02020603050405020304" pitchFamily="18" charset="0"/>
              <a:cs typeface="Times New Roman" panose="02020603050405020304" pitchFamily="18" charset="0"/>
            </a:endParaRPr>
          </a:p>
          <a:p>
            <a:pPr marL="1200150" lvl="1" indent="-457200" eaLnBrk="1" hangingPunct="1">
              <a:buFont typeface="Arial" panose="020B0604020202020204" pitchFamily="34" charset="0"/>
              <a:buChar char="•"/>
            </a:pPr>
            <a:endParaRPr lang="en-US" sz="3000" b="1" dirty="0">
              <a:latin typeface="Times New Roman" panose="02020603050405020304" pitchFamily="18" charset="0"/>
              <a:cs typeface="Times New Roman" panose="02020603050405020304" pitchFamily="18" charset="0"/>
            </a:endParaRPr>
          </a:p>
          <a:p>
            <a:pPr marL="1200150" lvl="1" indent="-457200" eaLnBrk="1" hangingPunct="1">
              <a:buFont typeface="Arial" panose="020B0604020202020204" pitchFamily="34" charset="0"/>
              <a:buChar char="•"/>
            </a:pPr>
            <a:endParaRPr lang="en-US" sz="3000" b="1" dirty="0">
              <a:latin typeface="Times New Roman" panose="02020603050405020304" pitchFamily="18" charset="0"/>
              <a:cs typeface="Times New Roman" panose="02020603050405020304" pitchFamily="18" charset="0"/>
            </a:endParaRPr>
          </a:p>
          <a:p>
            <a:pPr marL="1200150" lvl="1" indent="-457200" eaLnBrk="1" hangingPunct="1">
              <a:buFont typeface="Arial" panose="020B0604020202020204" pitchFamily="34" charset="0"/>
              <a:buChar char="•"/>
            </a:pPr>
            <a:endParaRPr lang="en-US" sz="3000" b="1" dirty="0">
              <a:latin typeface="Times New Roman" panose="02020603050405020304" pitchFamily="18" charset="0"/>
              <a:cs typeface="Times New Roman" panose="02020603050405020304" pitchFamily="18" charset="0"/>
            </a:endParaRPr>
          </a:p>
          <a:p>
            <a:pPr marL="1200150" lvl="1" indent="-457200" eaLnBrk="1" hangingPunct="1">
              <a:buFont typeface="Arial" panose="020B0604020202020204" pitchFamily="34" charset="0"/>
              <a:buChar char="•"/>
            </a:pPr>
            <a:endParaRPr lang="en-US" sz="3000" b="1" dirty="0">
              <a:latin typeface="Times New Roman" panose="02020603050405020304" pitchFamily="18" charset="0"/>
              <a:cs typeface="Times New Roman" panose="02020603050405020304" pitchFamily="18" charset="0"/>
            </a:endParaRPr>
          </a:p>
          <a:p>
            <a:pPr marL="1200150" lvl="1" indent="-457200" eaLnBrk="1" hangingPunct="1">
              <a:buFont typeface="Arial" panose="020B0604020202020204" pitchFamily="34" charset="0"/>
              <a:buChar char="•"/>
            </a:pPr>
            <a:endParaRPr lang="en-US" sz="3000" b="1" dirty="0">
              <a:latin typeface="Times New Roman" panose="02020603050405020304" pitchFamily="18" charset="0"/>
              <a:cs typeface="Times New Roman" panose="02020603050405020304" pitchFamily="18" charset="0"/>
            </a:endParaRPr>
          </a:p>
          <a:p>
            <a:pPr marL="1200150" lvl="1" indent="-457200" eaLnBrk="1" hangingPunct="1">
              <a:buFont typeface="Arial" panose="020B0604020202020204" pitchFamily="34" charset="0"/>
              <a:buChar char="•"/>
            </a:pPr>
            <a:endParaRPr lang="en-US" sz="3000" b="1" dirty="0">
              <a:latin typeface="Times New Roman" panose="02020603050405020304" pitchFamily="18" charset="0"/>
              <a:cs typeface="Times New Roman" panose="02020603050405020304" pitchFamily="18" charset="0"/>
            </a:endParaRPr>
          </a:p>
          <a:p>
            <a:pPr marL="1200150" lvl="1" indent="-457200" eaLnBrk="1" hangingPunct="1">
              <a:buFont typeface="Arial" panose="020B0604020202020204" pitchFamily="34" charset="0"/>
              <a:buChar char="•"/>
            </a:pPr>
            <a:endParaRPr lang="en-US" sz="3000" b="1" dirty="0">
              <a:latin typeface="Times New Roman" panose="02020603050405020304" pitchFamily="18" charset="0"/>
              <a:cs typeface="Times New Roman" panose="02020603050405020304" pitchFamily="18" charset="0"/>
            </a:endParaRPr>
          </a:p>
          <a:p>
            <a:pPr eaLnBrk="1" hangingPunct="1"/>
            <a:endParaRPr lang="en-US" sz="3000" dirty="0">
              <a:latin typeface="Times New Roman" panose="02020603050405020304" pitchFamily="18" charset="0"/>
              <a:cs typeface="Times New Roman" panose="02020603050405020304" pitchFamily="18" charset="0"/>
            </a:endParaRPr>
          </a:p>
        </p:txBody>
      </p:sp>
      <p:sp>
        <p:nvSpPr>
          <p:cNvPr id="23" name="Rectangle 22"/>
          <p:cNvSpPr/>
          <p:nvPr/>
        </p:nvSpPr>
        <p:spPr>
          <a:xfrm>
            <a:off x="481264" y="20625321"/>
            <a:ext cx="9074187" cy="947416"/>
          </a:xfrm>
          <a:prstGeom prst="rect">
            <a:avLst/>
          </a:prstGeom>
          <a:solidFill>
            <a:srgbClr val="233F99"/>
          </a:solidFill>
          <a:ln w="57150"/>
        </p:spPr>
        <p:style>
          <a:lnRef idx="2">
            <a:schemeClr val="accent1">
              <a:shade val="50000"/>
            </a:schemeClr>
          </a:lnRef>
          <a:fillRef idx="1">
            <a:schemeClr val="accent1"/>
          </a:fillRef>
          <a:effectRef idx="0">
            <a:schemeClr val="accent1"/>
          </a:effectRef>
          <a:fontRef idx="minor">
            <a:schemeClr val="lt1"/>
          </a:fontRef>
        </p:style>
        <p:txBody>
          <a:bodyPr lIns="86970" tIns="43485" rIns="86970" bIns="43485" rtlCol="0" anchor="ctr"/>
          <a:lstStyle/>
          <a:p>
            <a:pPr algn="ctr"/>
            <a:r>
              <a:rPr lang="vi-VN" sz="5400" b="1" dirty="0">
                <a:latin typeface="Times New Roman" panose="02020603050405020304" pitchFamily="18" charset="0"/>
                <a:cs typeface="Times New Roman" panose="02020603050405020304" pitchFamily="18" charset="0"/>
              </a:rPr>
              <a:t>PHƯƠNG PHÁP ĐỀ XUẤT</a:t>
            </a:r>
            <a:endParaRPr lang="en-US" sz="5400" b="1" dirty="0">
              <a:solidFill>
                <a:schemeClr val="bg1"/>
              </a:solidFill>
              <a:latin typeface="Times New Roman" panose="02020603050405020304" pitchFamily="18" charset="0"/>
              <a:cs typeface="Times New Roman" panose="02020603050405020304" pitchFamily="18" charset="0"/>
            </a:endParaRPr>
          </a:p>
        </p:txBody>
      </p:sp>
      <p:sp>
        <p:nvSpPr>
          <p:cNvPr id="34" name="Rectangle: Rounded Corners 33"/>
          <p:cNvSpPr/>
          <p:nvPr/>
        </p:nvSpPr>
        <p:spPr>
          <a:xfrm>
            <a:off x="10400030" y="21978620"/>
            <a:ext cx="8438515" cy="18536920"/>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en-US" altLang="en-US" sz="2800" dirty="0">
              <a:solidFill>
                <a:schemeClr val="tx1"/>
              </a:solidFill>
              <a:latin typeface="Times New Roman" panose="02020603050405020304" pitchFamily="18" charset="0"/>
              <a:cs typeface="Times New Roman" panose="02020603050405020304" pitchFamily="18" charset="0"/>
            </a:endParaRPr>
          </a:p>
          <a:p>
            <a:pPr algn="just"/>
            <a:endParaRPr lang="en-US" altLang="en-US" sz="2800" dirty="0">
              <a:solidFill>
                <a:schemeClr val="tx1"/>
              </a:solidFill>
              <a:latin typeface="Times New Roman" panose="02020603050405020304" pitchFamily="18" charset="0"/>
              <a:cs typeface="Times New Roman" panose="02020603050405020304" pitchFamily="18" charset="0"/>
            </a:endParaRPr>
          </a:p>
          <a:p>
            <a:pPr algn="just">
              <a:buNone/>
            </a:pPr>
            <a:r>
              <a:rPr lang="vi-VN" sz="2800" b="1">
                <a:solidFill>
                  <a:schemeClr val="tx1"/>
                </a:solidFill>
                <a:latin typeface="Times New Roman" panose="02020603050405020304" pitchFamily="18" charset="0"/>
                <a:cs typeface="Times New Roman" panose="02020603050405020304" pitchFamily="18" charset="0"/>
              </a:rPr>
              <a:t>Bước 1: Đăng ký nguyên liệu</a:t>
            </a:r>
          </a:p>
          <a:p>
            <a:pPr algn="just">
              <a:buNone/>
            </a:pPr>
            <a:r>
              <a:rPr lang="vi-VN" sz="2800">
                <a:solidFill>
                  <a:schemeClr val="tx1"/>
                </a:solidFill>
                <a:latin typeface="Times New Roman" panose="02020603050405020304" pitchFamily="18" charset="0"/>
                <a:cs typeface="Times New Roman" panose="02020603050405020304" pitchFamily="18" charset="0"/>
              </a:rPr>
              <a:t>Nhà sản xuất nhập các thông tin về nguyên liệu sử dụng trong quá trình sản xuất thuốc như tên nguyên liệu, nhà cung cấp, số lô, ngày nhập và các thông tin kiểm định chất lượng. Dữ liệu được lưu trữ trong hệ thống để phục vụ quá trình truy xuất sau này.</a:t>
            </a:r>
          </a:p>
          <a:p>
            <a:pPr algn="just">
              <a:buNone/>
            </a:pPr>
            <a:r>
              <a:rPr lang="vi-VN" sz="2800" b="1">
                <a:solidFill>
                  <a:schemeClr val="tx1"/>
                </a:solidFill>
                <a:latin typeface="Times New Roman" panose="02020603050405020304" pitchFamily="18" charset="0"/>
                <a:cs typeface="Times New Roman" panose="02020603050405020304" pitchFamily="18" charset="0"/>
              </a:rPr>
              <a:t>Bước 2: Tạo mã băm SHA-256</a:t>
            </a:r>
          </a:p>
          <a:p>
            <a:pPr algn="just">
              <a:buNone/>
            </a:pPr>
            <a:r>
              <a:rPr lang="vi-VN" sz="2800">
                <a:solidFill>
                  <a:schemeClr val="tx1"/>
                </a:solidFill>
                <a:latin typeface="Times New Roman" panose="02020603050405020304" pitchFamily="18" charset="0"/>
                <a:cs typeface="Times New Roman" panose="02020603050405020304" pitchFamily="18" charset="0"/>
              </a:rPr>
              <a:t>Sau khi dữ liệu được nhập, hệ thống tiến hành tạo mã băm SHA-256 từ toàn bộ thông tin nguyên liệu. Mỗi bộ dữ liệu sẽ tạo ra một giá trị hash duy nhất, giúp phát hiện mọi thay đổi trái phép đối với dữ liệu gốc.</a:t>
            </a:r>
          </a:p>
          <a:p>
            <a:pPr algn="just">
              <a:buNone/>
            </a:pPr>
            <a:r>
              <a:rPr lang="vi-VN" sz="2800" b="1">
                <a:solidFill>
                  <a:schemeClr val="tx1"/>
                </a:solidFill>
                <a:latin typeface="Times New Roman" panose="02020603050405020304" pitchFamily="18" charset="0"/>
                <a:cs typeface="Times New Roman" panose="02020603050405020304" pitchFamily="18" charset="0"/>
              </a:rPr>
              <a:t>Bước 3: Lưu trữ trên Blockchain</a:t>
            </a:r>
          </a:p>
          <a:p>
            <a:pPr algn="just">
              <a:buNone/>
            </a:pPr>
            <a:r>
              <a:rPr lang="vi-VN" sz="2800">
                <a:solidFill>
                  <a:schemeClr val="tx1"/>
                </a:solidFill>
                <a:latin typeface="Times New Roman" panose="02020603050405020304" pitchFamily="18" charset="0"/>
                <a:cs typeface="Times New Roman" panose="02020603050405020304" pitchFamily="18" charset="0"/>
              </a:rPr>
              <a:t>Giá trị hash được gửi đến Smart Contract và lưu trên Blockchain Ethereum thông qua MetaMask. Nhờ đặc tính bất biến của Blockchain, dữ liệu sau khi được ghi nhận sẽ không thể bị chỉnh sửa hoặc xóa bỏ.</a:t>
            </a:r>
          </a:p>
          <a:p>
            <a:pPr algn="just">
              <a:buNone/>
            </a:pPr>
            <a:r>
              <a:rPr lang="vi-VN" sz="2800" b="1">
                <a:solidFill>
                  <a:schemeClr val="tx1"/>
                </a:solidFill>
                <a:latin typeface="Times New Roman" panose="02020603050405020304" pitchFamily="18" charset="0"/>
                <a:cs typeface="Times New Roman" panose="02020603050405020304" pitchFamily="18" charset="0"/>
              </a:rPr>
              <a:t>Bước 4: Đăng ký thuốc thành phẩm</a:t>
            </a:r>
          </a:p>
          <a:p>
            <a:pPr algn="just">
              <a:buNone/>
            </a:pPr>
            <a:r>
              <a:rPr lang="vi-VN" sz="2800">
                <a:solidFill>
                  <a:schemeClr val="tx1"/>
                </a:solidFill>
                <a:latin typeface="Times New Roman" panose="02020603050405020304" pitchFamily="18" charset="0"/>
                <a:cs typeface="Times New Roman" panose="02020603050405020304" pitchFamily="18" charset="0"/>
              </a:rPr>
              <a:t>Sau khi quá trình sản xuất hoàn tất, nhà sản xuất tạo hồ sơ thuốc thành phẩm bao gồm tên thuốc, thành phần, ngày sản xuất, hạn sử dụng, số lô và liên kết với các nguyên liệu đã đăng ký trước đó.</a:t>
            </a:r>
          </a:p>
          <a:p>
            <a:pPr algn="just">
              <a:buNone/>
            </a:pPr>
            <a:r>
              <a:rPr lang="vi-VN" sz="2800" b="1">
                <a:solidFill>
                  <a:schemeClr val="tx1"/>
                </a:solidFill>
                <a:latin typeface="Times New Roman" panose="02020603050405020304" pitchFamily="18" charset="0"/>
                <a:cs typeface="Times New Roman" panose="02020603050405020304" pitchFamily="18" charset="0"/>
              </a:rPr>
              <a:t>Bước 5: Sinh mã QR</a:t>
            </a:r>
          </a:p>
          <a:p>
            <a:pPr algn="just">
              <a:buNone/>
            </a:pPr>
            <a:r>
              <a:rPr lang="vi-VN" sz="2800">
                <a:solidFill>
                  <a:schemeClr val="tx1"/>
                </a:solidFill>
                <a:latin typeface="Times New Roman" panose="02020603050405020304" pitchFamily="18" charset="0"/>
                <a:cs typeface="Times New Roman" panose="02020603050405020304" pitchFamily="18" charset="0"/>
              </a:rPr>
              <a:t>Hệ thống tự động tạo mã QR cho từng sản phẩm thuốc. Mã QR chứa mã định danh duy nhất giúp người dùng dễ dàng truy cập thông tin truy xuất nguồn gốc chỉ bằng thao tác quét mã.</a:t>
            </a:r>
          </a:p>
          <a:p>
            <a:pPr algn="just">
              <a:buNone/>
            </a:pPr>
            <a:r>
              <a:rPr lang="vi-VN" sz="2800" b="1">
                <a:solidFill>
                  <a:schemeClr val="tx1"/>
                </a:solidFill>
                <a:latin typeface="Times New Roman" panose="02020603050405020304" pitchFamily="18" charset="0"/>
                <a:cs typeface="Times New Roman" panose="02020603050405020304" pitchFamily="18" charset="0"/>
              </a:rPr>
              <a:t>Bước 6: Quản lý phân phối</a:t>
            </a:r>
          </a:p>
          <a:p>
            <a:pPr algn="just">
              <a:buNone/>
            </a:pPr>
            <a:r>
              <a:rPr lang="vi-VN" sz="2800">
                <a:solidFill>
                  <a:schemeClr val="tx1"/>
                </a:solidFill>
                <a:latin typeface="Times New Roman" panose="02020603050405020304" pitchFamily="18" charset="0"/>
                <a:cs typeface="Times New Roman" panose="02020603050405020304" pitchFamily="18" charset="0"/>
              </a:rPr>
              <a:t>Khi thuốc được chuyển giao giữa các đơn vị như nhà sản xuất, nhà phân phối và nhà thuốc, hệ thống ghi nhận lịch sử chuyển giao và cập nhật chủ sở hữu hiện tại của sản phẩm. Mọi giao dịch đều được lưu lại để tạo thành chuỗi truy xuất hoàn chỉnh.</a:t>
            </a:r>
          </a:p>
          <a:p>
            <a:pPr algn="just">
              <a:buNone/>
            </a:pPr>
            <a:r>
              <a:rPr lang="vi-VN" sz="2800" b="1">
                <a:solidFill>
                  <a:schemeClr val="tx1"/>
                </a:solidFill>
                <a:latin typeface="Times New Roman" panose="02020603050405020304" pitchFamily="18" charset="0"/>
                <a:cs typeface="Times New Roman" panose="02020603050405020304" pitchFamily="18" charset="0"/>
              </a:rPr>
              <a:t>Bước 7: Xác minh nguồn gốc sản phẩm</a:t>
            </a:r>
          </a:p>
          <a:p>
            <a:pPr algn="just">
              <a:buNone/>
            </a:pPr>
            <a:r>
              <a:rPr lang="vi-VN" sz="2800">
                <a:solidFill>
                  <a:schemeClr val="tx1"/>
                </a:solidFill>
                <a:latin typeface="Times New Roman" panose="02020603050405020304" pitchFamily="18" charset="0"/>
                <a:cs typeface="Times New Roman" panose="02020603050405020304" pitchFamily="18" charset="0"/>
              </a:rPr>
              <a:t>Người tiêu dùng hoặc đơn vị kiểm tra có thể quét mã QR để xem toàn bộ lịch sử sản phẩm. Hệ thống đồng thời đối chiếu dữ liệu hiện tại với giá trị hash được lưu trên Blockchain nhằm xác minh tính toàn vẹn và tính xác thực của thông tin.</a:t>
            </a:r>
          </a:p>
          <a:p>
            <a:pPr algn="just"/>
            <a:endParaRPr lang="en-US" altLang="en-US" sz="2800" dirty="0">
              <a:solidFill>
                <a:schemeClr val="tx1"/>
              </a:solidFill>
              <a:latin typeface="Times New Roman" panose="02020603050405020304" pitchFamily="18" charset="0"/>
              <a:cs typeface="Times New Roman" panose="02020603050405020304" pitchFamily="18" charset="0"/>
            </a:endParaRPr>
          </a:p>
        </p:txBody>
      </p:sp>
      <p:sp>
        <p:nvSpPr>
          <p:cNvPr id="38" name="Rectangle: Rounded Corners 37"/>
          <p:cNvSpPr/>
          <p:nvPr/>
        </p:nvSpPr>
        <p:spPr>
          <a:xfrm>
            <a:off x="20103123" y="21790051"/>
            <a:ext cx="7698589" cy="86000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altLang="vi-VN" sz="2500">
                <a:latin typeface="Times New Roman" panose="02020603050405020304" pitchFamily="18" charset="0"/>
                <a:cs typeface="Times New Roman" panose="02020603050405020304" pitchFamily="18" charset="0"/>
              </a:rPr>
              <a:t>Giao diện đăng ký nguyên liệu</a:t>
            </a:r>
            <a:endParaRPr lang="en-AU" altLang="vi-VN" sz="2500" dirty="0">
              <a:latin typeface="Times New Roman" panose="02020603050405020304" pitchFamily="18" charset="0"/>
              <a:cs typeface="Times New Roman" panose="02020603050405020304" pitchFamily="18" charset="0"/>
            </a:endParaRPr>
          </a:p>
        </p:txBody>
      </p:sp>
      <p:sp>
        <p:nvSpPr>
          <p:cNvPr id="49" name="Rectangle 48"/>
          <p:cNvSpPr/>
          <p:nvPr/>
        </p:nvSpPr>
        <p:spPr>
          <a:xfrm>
            <a:off x="539015" y="40975001"/>
            <a:ext cx="27821867" cy="959132"/>
          </a:xfrm>
          <a:prstGeom prst="rect">
            <a:avLst/>
          </a:prstGeom>
          <a:solidFill>
            <a:srgbClr val="233F99"/>
          </a:solidFill>
          <a:ln w="57150"/>
        </p:spPr>
        <p:style>
          <a:lnRef idx="2">
            <a:schemeClr val="accent1">
              <a:shade val="50000"/>
            </a:schemeClr>
          </a:lnRef>
          <a:fillRef idx="1">
            <a:schemeClr val="accent1"/>
          </a:fillRef>
          <a:effectRef idx="0">
            <a:schemeClr val="accent1"/>
          </a:effectRef>
          <a:fontRef idx="minor">
            <a:schemeClr val="lt1"/>
          </a:fontRef>
        </p:style>
        <p:txBody>
          <a:bodyPr lIns="86970" tIns="43485" rIns="86970" bIns="43485" rtlCol="0" anchor="ctr"/>
          <a:lstStyle/>
          <a:p>
            <a:pPr algn="ctr"/>
            <a:r>
              <a:rPr lang="vi-VN" sz="5400" b="1" dirty="0">
                <a:solidFill>
                  <a:schemeClr val="bg1"/>
                </a:solidFill>
                <a:latin typeface="Times New Roman" panose="02020603050405020304" pitchFamily="18" charset="0"/>
                <a:cs typeface="Times New Roman" panose="02020603050405020304" pitchFamily="18" charset="0"/>
              </a:rPr>
              <a:t>KẾT LUẬN VÀ HƯỚNG PHÁT TRIỂN</a:t>
            </a:r>
            <a:endParaRPr lang="en-US" sz="5400" b="1" dirty="0">
              <a:solidFill>
                <a:schemeClr val="bg1"/>
              </a:solidFill>
              <a:latin typeface="Times New Roman" panose="02020603050405020304" pitchFamily="18" charset="0"/>
              <a:cs typeface="Times New Roman" panose="02020603050405020304" pitchFamily="18" charset="0"/>
            </a:endParaRPr>
          </a:p>
        </p:txBody>
      </p:sp>
      <p:sp>
        <p:nvSpPr>
          <p:cNvPr id="50" name="Text Box 194"/>
          <p:cNvSpPr txBox="1">
            <a:spLocks noChangeArrowheads="1"/>
          </p:cNvSpPr>
          <p:nvPr/>
        </p:nvSpPr>
        <p:spPr bwMode="auto">
          <a:xfrm>
            <a:off x="539015" y="41917748"/>
            <a:ext cx="27841077" cy="2537599"/>
          </a:xfrm>
          <a:prstGeom prst="rect">
            <a:avLst/>
          </a:prstGeom>
          <a:solidFill>
            <a:schemeClr val="bg1"/>
          </a:solidFill>
          <a:ln w="57150">
            <a:solidFill>
              <a:srgbClr val="233F99"/>
            </a:solidFill>
          </a:ln>
          <a:effectLst/>
        </p:spPr>
        <p:txBody>
          <a:bodyPr lIns="173940" tIns="173940" rIns="173940" bIns="173940">
            <a:noAutofit/>
          </a:bodyPr>
          <a:lstStyle>
            <a:lvl1pPr eaLnBrk="0" hangingPunct="0">
              <a:defRPr sz="2200">
                <a:solidFill>
                  <a:schemeClr val="tx1"/>
                </a:solidFill>
                <a:latin typeface="Arial" panose="020B0604020202020204" pitchFamily="34" charset="0"/>
              </a:defRPr>
            </a:lvl1pPr>
            <a:lvl2pPr marL="742950" indent="-285750" eaLnBrk="0" hangingPunct="0">
              <a:defRPr sz="2200">
                <a:solidFill>
                  <a:schemeClr val="tx1"/>
                </a:solidFill>
                <a:latin typeface="Arial" panose="020B0604020202020204" pitchFamily="34" charset="0"/>
              </a:defRPr>
            </a:lvl2pPr>
            <a:lvl3pPr marL="1143000" indent="-228600" eaLnBrk="0" hangingPunct="0">
              <a:defRPr sz="2200">
                <a:solidFill>
                  <a:schemeClr val="tx1"/>
                </a:solidFill>
                <a:latin typeface="Arial" panose="020B0604020202020204" pitchFamily="34" charset="0"/>
              </a:defRPr>
            </a:lvl3pPr>
            <a:lvl4pPr marL="1600200" indent="-228600" eaLnBrk="0" hangingPunct="0">
              <a:defRPr sz="2200">
                <a:solidFill>
                  <a:schemeClr val="tx1"/>
                </a:solidFill>
                <a:latin typeface="Arial" panose="020B0604020202020204" pitchFamily="34" charset="0"/>
              </a:defRPr>
            </a:lvl4pPr>
            <a:lvl5pPr marL="2057400" indent="-228600" eaLnBrk="0" hangingPunct="0">
              <a:defRPr sz="2200">
                <a:solidFill>
                  <a:schemeClr val="tx1"/>
                </a:solidFill>
                <a:latin typeface="Arial" panose="020B0604020202020204" pitchFamily="34" charset="0"/>
              </a:defRPr>
            </a:lvl5pPr>
            <a:lvl6pPr marL="2514600" indent="-228600" eaLnBrk="0" fontAlgn="base" hangingPunct="0">
              <a:spcBef>
                <a:spcPct val="0"/>
              </a:spcBef>
              <a:spcAft>
                <a:spcPct val="0"/>
              </a:spcAft>
              <a:defRPr sz="2200">
                <a:solidFill>
                  <a:schemeClr val="tx1"/>
                </a:solidFill>
                <a:latin typeface="Arial" panose="020B0604020202020204" pitchFamily="34" charset="0"/>
              </a:defRPr>
            </a:lvl6pPr>
            <a:lvl7pPr marL="2971800" indent="-228600" eaLnBrk="0" fontAlgn="base" hangingPunct="0">
              <a:spcBef>
                <a:spcPct val="0"/>
              </a:spcBef>
              <a:spcAft>
                <a:spcPct val="0"/>
              </a:spcAft>
              <a:defRPr sz="2200">
                <a:solidFill>
                  <a:schemeClr val="tx1"/>
                </a:solidFill>
                <a:latin typeface="Arial" panose="020B0604020202020204" pitchFamily="34" charset="0"/>
              </a:defRPr>
            </a:lvl7pPr>
            <a:lvl8pPr marL="3429000" indent="-228600" eaLnBrk="0" fontAlgn="base" hangingPunct="0">
              <a:spcBef>
                <a:spcPct val="0"/>
              </a:spcBef>
              <a:spcAft>
                <a:spcPct val="0"/>
              </a:spcAft>
              <a:defRPr sz="2200">
                <a:solidFill>
                  <a:schemeClr val="tx1"/>
                </a:solidFill>
                <a:latin typeface="Arial" panose="020B0604020202020204" pitchFamily="34" charset="0"/>
              </a:defRPr>
            </a:lvl8pPr>
            <a:lvl9pPr marL="3886200" indent="-228600" eaLnBrk="0" fontAlgn="base" hangingPunct="0">
              <a:spcBef>
                <a:spcPct val="0"/>
              </a:spcBef>
              <a:spcAft>
                <a:spcPct val="0"/>
              </a:spcAft>
              <a:defRPr sz="2200">
                <a:solidFill>
                  <a:schemeClr val="tx1"/>
                </a:solidFill>
                <a:latin typeface="Arial" panose="020B0604020202020204" pitchFamily="34" charset="0"/>
              </a:defRPr>
            </a:lvl9pPr>
          </a:lstStyle>
          <a:p>
            <a:pPr eaLnBrk="1" hangingPunct="1"/>
            <a:endParaRPr lang="en-US" altLang="en-US" sz="3000" dirty="0">
              <a:latin typeface="Times New Roman" panose="02020603050405020304" pitchFamily="18" charset="0"/>
              <a:cs typeface="Times New Roman" panose="02020603050405020304" pitchFamily="18" charset="0"/>
            </a:endParaRPr>
          </a:p>
        </p:txBody>
      </p:sp>
      <p:sp>
        <p:nvSpPr>
          <p:cNvPr id="60" name="Rectangle: Rounded Corners 59"/>
          <p:cNvSpPr/>
          <p:nvPr/>
        </p:nvSpPr>
        <p:spPr>
          <a:xfrm>
            <a:off x="20180599" y="31480813"/>
            <a:ext cx="7698589" cy="86000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altLang="vi-VN" sz="2500">
                <a:latin typeface="Times New Roman" panose="02020603050405020304" pitchFamily="18" charset="0"/>
                <a:cs typeface="Times New Roman" panose="02020603050405020304" pitchFamily="18" charset="0"/>
              </a:rPr>
              <a:t>Giao diện cho người bán</a:t>
            </a:r>
            <a:endParaRPr lang="en-AU" altLang="vi-VN" sz="2500" dirty="0">
              <a:latin typeface="Times New Roman" panose="02020603050405020304" pitchFamily="18" charset="0"/>
              <a:cs typeface="Times New Roman" panose="02020603050405020304" pitchFamily="18" charset="0"/>
            </a:endParaRPr>
          </a:p>
        </p:txBody>
      </p:sp>
      <p:sp>
        <p:nvSpPr>
          <p:cNvPr id="67" name="Rectangle: Rounded Corners 66"/>
          <p:cNvSpPr/>
          <p:nvPr/>
        </p:nvSpPr>
        <p:spPr>
          <a:xfrm>
            <a:off x="20083256" y="26754402"/>
            <a:ext cx="7698589" cy="86000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altLang="en-US" sz="2500">
                <a:latin typeface="Times New Roman" panose="02020603050405020304" pitchFamily="18" charset="0"/>
                <a:cs typeface="Times New Roman" panose="02020603050405020304" pitchFamily="18" charset="0"/>
              </a:rPr>
              <a:t>Giao diện phân phối thuốc</a:t>
            </a:r>
            <a:endParaRPr lang="en-AU" altLang="en-US" sz="2500" dirty="0">
              <a:latin typeface="Times New Roman" panose="02020603050405020304" pitchFamily="18" charset="0"/>
              <a:cs typeface="Times New Roman" panose="02020603050405020304" pitchFamily="18" charset="0"/>
            </a:endParaRPr>
          </a:p>
        </p:txBody>
      </p:sp>
      <p:sp>
        <p:nvSpPr>
          <p:cNvPr id="68" name="Rectangle: Rounded Corners 67"/>
          <p:cNvSpPr/>
          <p:nvPr/>
        </p:nvSpPr>
        <p:spPr>
          <a:xfrm>
            <a:off x="20328354" y="35777222"/>
            <a:ext cx="7698589" cy="86000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altLang="en-US" sz="2500">
                <a:latin typeface="Times New Roman" panose="02020603050405020304" pitchFamily="18" charset="0"/>
                <a:cs typeface="Times New Roman" panose="02020603050405020304" pitchFamily="18" charset="0"/>
              </a:rPr>
              <a:t>Giao diện thông tin thuốc</a:t>
            </a:r>
            <a:endParaRPr lang="en-AU" altLang="en-US" sz="2500" dirty="0">
              <a:latin typeface="Times New Roman" panose="02020603050405020304" pitchFamily="18" charset="0"/>
              <a:cs typeface="Times New Roman" panose="02020603050405020304" pitchFamily="18" charset="0"/>
            </a:endParaRPr>
          </a:p>
        </p:txBody>
      </p:sp>
      <p:sp>
        <p:nvSpPr>
          <p:cNvPr id="2" name="Rectangle 1"/>
          <p:cNvSpPr/>
          <p:nvPr/>
        </p:nvSpPr>
        <p:spPr>
          <a:xfrm>
            <a:off x="10138370" y="20546337"/>
            <a:ext cx="9074187" cy="947416"/>
          </a:xfrm>
          <a:prstGeom prst="rect">
            <a:avLst/>
          </a:prstGeom>
          <a:solidFill>
            <a:srgbClr val="233F99"/>
          </a:solidFill>
          <a:ln w="57150"/>
        </p:spPr>
        <p:style>
          <a:lnRef idx="2">
            <a:schemeClr val="accent1">
              <a:shade val="50000"/>
            </a:schemeClr>
          </a:lnRef>
          <a:fillRef idx="1">
            <a:schemeClr val="accent1"/>
          </a:fillRef>
          <a:effectRef idx="0">
            <a:schemeClr val="accent1"/>
          </a:effectRef>
          <a:fontRef idx="minor">
            <a:schemeClr val="lt1"/>
          </a:fontRef>
        </p:style>
        <p:txBody>
          <a:bodyPr lIns="86970" tIns="43485" rIns="86970" bIns="43485" rtlCol="0" anchor="ctr"/>
          <a:lstStyle/>
          <a:p>
            <a:pPr algn="ctr"/>
            <a:r>
              <a:rPr lang="en-AU" altLang="en-US" sz="5400" b="1">
                <a:solidFill>
                  <a:schemeClr val="bg1"/>
                </a:solidFill>
                <a:latin typeface="Times New Roman" panose="02020603050405020304" pitchFamily="18" charset="0"/>
                <a:ea typeface="Calibri" panose="020F0502020204030204" pitchFamily="34" charset="0"/>
                <a:cs typeface="Times New Roman" panose="02020603050405020304" pitchFamily="18" charset="0"/>
              </a:rPr>
              <a:t>QUY TRÌNH HOẠT ĐỘNG</a:t>
            </a:r>
            <a:endParaRPr lang="en-AU" altLang="en-US" sz="5400" b="1" dirty="0">
              <a:solidFill>
                <a:schemeClr val="bg1"/>
              </a:solidFill>
              <a:latin typeface="Times New Roman" panose="02020603050405020304" pitchFamily="18" charset="0"/>
              <a:ea typeface="Calibri" panose="020F0502020204030204" pitchFamily="34" charset="0"/>
              <a:cs typeface="Times New Roman" panose="02020603050405020304" pitchFamily="18" charset="0"/>
            </a:endParaRPr>
          </a:p>
        </p:txBody>
      </p:sp>
      <p:sp>
        <p:nvSpPr>
          <p:cNvPr id="32" name="TextBox 31"/>
          <p:cNvSpPr txBox="1"/>
          <p:nvPr/>
        </p:nvSpPr>
        <p:spPr>
          <a:xfrm>
            <a:off x="9332846" y="10754589"/>
            <a:ext cx="11994887" cy="646331"/>
          </a:xfrm>
          <a:prstGeom prst="rect">
            <a:avLst/>
          </a:prstGeom>
          <a:noFill/>
        </p:spPr>
        <p:txBody>
          <a:bodyPr wrap="none" rtlCol="0">
            <a:spAutoFit/>
          </a:bodyPr>
          <a:lstStyle/>
          <a:p>
            <a:pPr algn="ctr"/>
            <a:r>
              <a:rPr lang="en-AU" altLang="en-US" sz="3600" b="1" dirty="0">
                <a:latin typeface="Times New Roman" panose="02020603050405020304" pitchFamily="18" charset="0"/>
                <a:cs typeface="Times New Roman" panose="02020603050405020304" pitchFamily="18" charset="0"/>
              </a:rPr>
              <a:t>GitHub</a:t>
            </a:r>
            <a:r>
              <a:rPr lang="en-AU" altLang="en-US" sz="3600" b="1">
                <a:latin typeface="Times New Roman" panose="02020603050405020304" pitchFamily="18" charset="0"/>
                <a:cs typeface="Times New Roman" panose="02020603050405020304" pitchFamily="18" charset="0"/>
              </a:rPr>
              <a:t>:</a:t>
            </a:r>
            <a:r>
              <a:rPr lang="en-US" altLang="en-AU" sz="3600" b="1">
                <a:latin typeface="Times New Roman" panose="02020603050405020304" pitchFamily="18" charset="0"/>
                <a:cs typeface="Times New Roman" panose="02020603050405020304" pitchFamily="18" charset="0"/>
              </a:rPr>
              <a:t> https://github.com/tiennq004/truy_xuat_nguon_goc</a:t>
            </a:r>
            <a:endParaRPr lang="en-US" altLang="en-GB" sz="3600" b="1" dirty="0">
              <a:latin typeface="Times New Roman" panose="02020603050405020304" pitchFamily="18" charset="0"/>
              <a:cs typeface="Times New Roman" panose="02020603050405020304" pitchFamily="18" charset="0"/>
            </a:endParaRPr>
          </a:p>
        </p:txBody>
      </p:sp>
      <p:pic>
        <p:nvPicPr>
          <p:cNvPr id="39" name="Picture 38"/>
          <p:cNvPicPr>
            <a:picLocks noChangeAspect="1"/>
          </p:cNvPicPr>
          <p:nvPr/>
        </p:nvPicPr>
        <p:blipFill>
          <a:blip r:embed="rId2"/>
          <a:stretch>
            <a:fillRect/>
          </a:stretch>
        </p:blipFill>
        <p:spPr>
          <a:xfrm>
            <a:off x="0" y="-5744"/>
            <a:ext cx="28803600" cy="6556531"/>
          </a:xfrm>
          <a:prstGeom prst="rect">
            <a:avLst/>
          </a:prstGeom>
        </p:spPr>
      </p:pic>
      <p:sp>
        <p:nvSpPr>
          <p:cNvPr id="40" name="TextBox 39"/>
          <p:cNvSpPr txBox="1"/>
          <p:nvPr/>
        </p:nvSpPr>
        <p:spPr>
          <a:xfrm>
            <a:off x="9287963" y="280631"/>
            <a:ext cx="9671174" cy="1569660"/>
          </a:xfrm>
          <a:prstGeom prst="rect">
            <a:avLst/>
          </a:prstGeom>
          <a:noFill/>
        </p:spPr>
        <p:txBody>
          <a:bodyPr wrap="none" rtlCol="0">
            <a:spAutoFit/>
          </a:bodyPr>
          <a:lstStyle/>
          <a:p>
            <a:pPr algn="ctr"/>
            <a:r>
              <a:rPr lang="en-US" sz="4800" b="1">
                <a:solidFill>
                  <a:schemeClr val="bg1"/>
                </a:solidFill>
                <a:latin typeface="Times New Roman" panose="02020603050405020304" pitchFamily="18" charset="0"/>
                <a:cs typeface="Times New Roman" panose="02020603050405020304" pitchFamily="18" charset="0"/>
              </a:rPr>
              <a:t>TRƯỜNG ĐẠI HỌC ĐẠI NAM</a:t>
            </a:r>
          </a:p>
          <a:p>
            <a:pPr algn="ctr"/>
            <a:r>
              <a:rPr lang="en-US" sz="4800" b="1">
                <a:solidFill>
                  <a:schemeClr val="bg1"/>
                </a:solidFill>
                <a:latin typeface="Times New Roman" panose="02020603050405020304" pitchFamily="18" charset="0"/>
                <a:cs typeface="Times New Roman" panose="02020603050405020304" pitchFamily="18" charset="0"/>
              </a:rPr>
              <a:t>KHOA CÔNG NGHỆ THÔNG TIN</a:t>
            </a:r>
          </a:p>
        </p:txBody>
      </p:sp>
      <p:sp>
        <p:nvSpPr>
          <p:cNvPr id="4" name="Rectangle 1"/>
          <p:cNvSpPr>
            <a:spLocks noChangeArrowheads="1"/>
          </p:cNvSpPr>
          <p:nvPr/>
        </p:nvSpPr>
        <p:spPr bwMode="auto">
          <a:xfrm>
            <a:off x="592320" y="13126285"/>
            <a:ext cx="8804033" cy="75990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algn="just"/>
            <a:r>
              <a:rPr lang="vi-VN" sz="2710">
                <a:latin typeface="Times New Roman" panose="02020603050405020304" pitchFamily="18" charset="0"/>
                <a:cs typeface="Times New Roman" panose="02020603050405020304" pitchFamily="18" charset="0"/>
              </a:rPr>
              <a:t>Hệ thống truy xuất nguồn gốc dược phẩm được xây dựng nhằm đảm bảo tính minh bạch trong quá trình sản xuất, phân phối và tiêu thụ thuốc. Hệ thống cho phép người dùng theo dõi toàn bộ thông tin của thuốc từ nguyên liệu đầu vào đến sản phẩm cuối cùng thông qua công nghệ Blockchain và mã QR.</a:t>
            </a:r>
          </a:p>
          <a:p>
            <a:pPr algn="just"/>
            <a:r>
              <a:rPr lang="vi-VN" sz="2710" b="1">
                <a:latin typeface="Times New Roman" panose="02020603050405020304" pitchFamily="18" charset="0"/>
                <a:cs typeface="Times New Roman" panose="02020603050405020304" pitchFamily="18" charset="0"/>
              </a:rPr>
              <a:t>Thách thức</a:t>
            </a:r>
          </a:p>
          <a:p>
            <a:pPr marL="457200" indent="-457200" algn="just">
              <a:buFont typeface="Arial" panose="020B0604020202020204" pitchFamily="34" charset="0"/>
              <a:buChar char="•"/>
            </a:pPr>
            <a:r>
              <a:rPr lang="vi-VN" sz="2710">
                <a:latin typeface="Times New Roman" panose="02020603050405020304" pitchFamily="18" charset="0"/>
                <a:cs typeface="Times New Roman" panose="02020603050405020304" pitchFamily="18" charset="0"/>
              </a:rPr>
              <a:t>Khó xác minh nguồn gốc thuốc trên thị trường. </a:t>
            </a:r>
          </a:p>
          <a:p>
            <a:pPr marL="457200" indent="-457200" algn="just">
              <a:buFont typeface="Arial" panose="020B0604020202020204" pitchFamily="34" charset="0"/>
              <a:buChar char="•"/>
            </a:pPr>
            <a:r>
              <a:rPr lang="vi-VN" sz="2710">
                <a:latin typeface="Times New Roman" panose="02020603050405020304" pitchFamily="18" charset="0"/>
                <a:cs typeface="Times New Roman" panose="02020603050405020304" pitchFamily="18" charset="0"/>
              </a:rPr>
              <a:t>Nguy cơ xuất hiện thuốc giả, thuốc kém chất lượng. </a:t>
            </a:r>
          </a:p>
          <a:p>
            <a:pPr marL="457200" indent="-457200" algn="just">
              <a:buFont typeface="Arial" panose="020B0604020202020204" pitchFamily="34" charset="0"/>
              <a:buChar char="•"/>
            </a:pPr>
            <a:r>
              <a:rPr lang="vi-VN" sz="2710">
                <a:latin typeface="Times New Roman" panose="02020603050405020304" pitchFamily="18" charset="0"/>
                <a:cs typeface="Times New Roman" panose="02020603050405020304" pitchFamily="18" charset="0"/>
              </a:rPr>
              <a:t>Thiếu tính minh bạch trong chuỗi cung ứng dược phẩm. </a:t>
            </a:r>
          </a:p>
          <a:p>
            <a:pPr marL="457200" indent="-457200" algn="just">
              <a:buFont typeface="Arial" panose="020B0604020202020204" pitchFamily="34" charset="0"/>
              <a:buChar char="•"/>
            </a:pPr>
            <a:r>
              <a:rPr lang="vi-VN" sz="2710">
                <a:latin typeface="Times New Roman" panose="02020603050405020304" pitchFamily="18" charset="0"/>
                <a:cs typeface="Times New Roman" panose="02020603050405020304" pitchFamily="18" charset="0"/>
              </a:rPr>
              <a:t>Người tiêu dùng khó kiểm tra lịch sử sản phẩm. </a:t>
            </a:r>
          </a:p>
          <a:p>
            <a:pPr algn="just"/>
            <a:r>
              <a:rPr lang="vi-VN" sz="2710" b="1">
                <a:latin typeface="Times New Roman" panose="02020603050405020304" pitchFamily="18" charset="0"/>
                <a:cs typeface="Times New Roman" panose="02020603050405020304" pitchFamily="18" charset="0"/>
              </a:rPr>
              <a:t>Đóng góp</a:t>
            </a:r>
          </a:p>
          <a:p>
            <a:pPr marL="457200" indent="-457200" algn="just">
              <a:buFont typeface="Arial" panose="020B0604020202020204" pitchFamily="34" charset="0"/>
              <a:buChar char="•"/>
            </a:pPr>
            <a:r>
              <a:rPr lang="vi-VN" sz="2710">
                <a:latin typeface="Times New Roman" panose="02020603050405020304" pitchFamily="18" charset="0"/>
                <a:cs typeface="Times New Roman" panose="02020603050405020304" pitchFamily="18" charset="0"/>
              </a:rPr>
              <a:t>Xây dựng hệ thống truy xuất nguồn gốc thuốc bằng Blockchain. </a:t>
            </a:r>
            <a:r>
              <a:rPr lang="en-US" sz="2710">
                <a:latin typeface="Times New Roman" panose="02020603050405020304" pitchFamily="18" charset="0"/>
                <a:cs typeface="Times New Roman" panose="02020603050405020304" pitchFamily="18" charset="0"/>
              </a:rPr>
              <a:t> </a:t>
            </a:r>
          </a:p>
          <a:p>
            <a:pPr marL="457200" indent="-457200" algn="just">
              <a:buFont typeface="Arial" panose="020B0604020202020204" pitchFamily="34" charset="0"/>
              <a:buChar char="•"/>
            </a:pPr>
            <a:r>
              <a:rPr lang="vi-VN" sz="2710">
                <a:latin typeface="Times New Roman" panose="02020603050405020304" pitchFamily="18" charset="0"/>
                <a:cs typeface="Times New Roman" panose="02020603050405020304" pitchFamily="18" charset="0"/>
              </a:rPr>
              <a:t>Lưu trữ dữ liệu sản xuất và phân phối một cách minh bạch. </a:t>
            </a:r>
          </a:p>
          <a:p>
            <a:pPr marL="457200" indent="-457200" algn="just">
              <a:buFont typeface="Arial" panose="020B0604020202020204" pitchFamily="34" charset="0"/>
              <a:buChar char="•"/>
            </a:pPr>
            <a:r>
              <a:rPr lang="vi-VN" sz="2710">
                <a:latin typeface="Times New Roman" panose="02020603050405020304" pitchFamily="18" charset="0"/>
                <a:cs typeface="Times New Roman" panose="02020603050405020304" pitchFamily="18" charset="0"/>
              </a:rPr>
              <a:t>Tích hợp QR Code giúp tra cứu nhanh thông tin sản phẩm. Hỗ trợ xác minh tính toàn vẹn của dữ liệu bằng mã băm SHA-256.</a:t>
            </a:r>
          </a:p>
          <a:p>
            <a:pPr marL="0" marR="0" lvl="0" indent="0" algn="just" defTabSz="914400" rtl="0" eaLnBrk="0" fontAlgn="base" latinLnBrk="0" hangingPunct="0">
              <a:lnSpc>
                <a:spcPct val="100000"/>
              </a:lnSpc>
              <a:spcBef>
                <a:spcPct val="0"/>
              </a:spcBef>
              <a:spcAft>
                <a:spcPct val="0"/>
              </a:spcAft>
              <a:buClrTx/>
              <a:buSzTx/>
              <a:buFontTx/>
              <a:buNone/>
            </a:pPr>
            <a:endParaRPr kumimoji="0" lang="en-US" altLang="en-US" sz="271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61" name="Rectangle 4"/>
          <p:cNvSpPr>
            <a:spLocks noChangeArrowheads="1"/>
          </p:cNvSpPr>
          <p:nvPr/>
        </p:nvSpPr>
        <p:spPr bwMode="auto">
          <a:xfrm>
            <a:off x="902165" y="41792015"/>
            <a:ext cx="27821867" cy="2769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r>
              <a:rPr lang="vi-VN" sz="2900" b="1">
                <a:latin typeface="Times New Roman" panose="02020603050405020304" pitchFamily="18" charset="0"/>
                <a:cs typeface="Times New Roman" panose="02020603050405020304" pitchFamily="18" charset="0"/>
              </a:rPr>
              <a:t>Kết luận</a:t>
            </a:r>
          </a:p>
          <a:p>
            <a:pPr marL="457200" indent="-457200">
              <a:buFont typeface="Arial" panose="020B0604020202020204" pitchFamily="34" charset="0"/>
              <a:buChar char="•"/>
            </a:pPr>
            <a:r>
              <a:rPr lang="vi-VN" sz="2900">
                <a:latin typeface="Times New Roman" panose="02020603050405020304" pitchFamily="18" charset="0"/>
                <a:cs typeface="Times New Roman" panose="02020603050405020304" pitchFamily="18" charset="0"/>
              </a:rPr>
              <a:t>Hệ thống đã xây dựng thành công giải pháp truy xuất nguồn gốc dược phẩm sử dụng Blockchain kết hợp QR Code. Giải pháp giúp nâng cao tính minh bạch, hỗ trợ chống hàng giả và tăng độ tin cậy cho người tiêu dùng.</a:t>
            </a:r>
          </a:p>
          <a:p>
            <a:r>
              <a:rPr lang="vi-VN" sz="2900" b="1">
                <a:latin typeface="Times New Roman" panose="02020603050405020304" pitchFamily="18" charset="0"/>
                <a:cs typeface="Times New Roman" panose="02020603050405020304" pitchFamily="18" charset="0"/>
              </a:rPr>
              <a:t>Hướng phát triển</a:t>
            </a:r>
          </a:p>
          <a:p>
            <a:pPr marL="457200" indent="-457200">
              <a:buFont typeface="Arial" panose="020B0604020202020204" pitchFamily="34" charset="0"/>
              <a:buChar char="•"/>
            </a:pPr>
            <a:r>
              <a:rPr lang="vi-VN" sz="2900">
                <a:latin typeface="Times New Roman" panose="02020603050405020304" pitchFamily="18" charset="0"/>
                <a:cs typeface="Times New Roman" panose="02020603050405020304" pitchFamily="18" charset="0"/>
              </a:rPr>
              <a:t>Triển khai trên mạng Blockchain công khai. </a:t>
            </a:r>
            <a:r>
              <a:rPr lang="en-US" sz="2900">
                <a:latin typeface="Times New Roman" panose="02020603050405020304" pitchFamily="18" charset="0"/>
                <a:cs typeface="Times New Roman" panose="02020603050405020304" pitchFamily="18" charset="0"/>
              </a:rPr>
              <a:t> </a:t>
            </a:r>
            <a:r>
              <a:rPr lang="vi-VN" sz="2900">
                <a:latin typeface="Times New Roman" panose="02020603050405020304" pitchFamily="18" charset="0"/>
                <a:cs typeface="Times New Roman" panose="02020603050405020304" pitchFamily="18" charset="0"/>
              </a:rPr>
              <a:t>Phát triển ứng dụng di động. </a:t>
            </a:r>
            <a:r>
              <a:rPr lang="en-US" sz="2900">
                <a:latin typeface="Times New Roman" panose="02020603050405020304" pitchFamily="18" charset="0"/>
                <a:cs typeface="Times New Roman" panose="02020603050405020304" pitchFamily="18" charset="0"/>
              </a:rPr>
              <a:t> </a:t>
            </a:r>
            <a:r>
              <a:rPr lang="vi-VN" sz="2900">
                <a:latin typeface="Times New Roman" panose="02020603050405020304" pitchFamily="18" charset="0"/>
                <a:cs typeface="Times New Roman" panose="02020603050405020304" pitchFamily="18" charset="0"/>
              </a:rPr>
              <a:t>Tích hợp AI phát hiện bất thường trong chuỗi cung ứng. </a:t>
            </a:r>
            <a:r>
              <a:rPr lang="en-US" sz="2900">
                <a:latin typeface="Times New Roman" panose="02020603050405020304" pitchFamily="18" charset="0"/>
                <a:cs typeface="Times New Roman" panose="02020603050405020304" pitchFamily="18" charset="0"/>
              </a:rPr>
              <a:t> </a:t>
            </a:r>
            <a:r>
              <a:rPr lang="vi-VN" sz="2900">
                <a:latin typeface="Times New Roman" panose="02020603050405020304" pitchFamily="18" charset="0"/>
                <a:cs typeface="Times New Roman" panose="02020603050405020304" pitchFamily="18" charset="0"/>
              </a:rPr>
              <a:t>Mở rộng cho nhiều loại dược phẩm và thiết bị y tế.</a:t>
            </a:r>
          </a:p>
          <a:p>
            <a:pPr marL="0" marR="0" lvl="0" indent="0" algn="l" defTabSz="914400" rtl="0" eaLnBrk="0" fontAlgn="base" latinLnBrk="0" hangingPunct="0">
              <a:lnSpc>
                <a:spcPct val="100000"/>
              </a:lnSpc>
              <a:spcBef>
                <a:spcPct val="0"/>
              </a:spcBef>
              <a:spcAft>
                <a:spcPct val="0"/>
              </a:spcAft>
              <a:buClrTx/>
              <a:buSzTx/>
              <a:buFontTx/>
              <a:buNone/>
            </a:pPr>
            <a:endParaRPr kumimoji="0" lang="en-US" altLang="en-US" sz="29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63" name="Rectangle 5"/>
          <p:cNvSpPr>
            <a:spLocks noChangeArrowheads="1"/>
          </p:cNvSpPr>
          <p:nvPr/>
        </p:nvSpPr>
        <p:spPr bwMode="auto">
          <a:xfrm>
            <a:off x="592701" y="43373336"/>
            <a:ext cx="21693666" cy="5530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en-US" sz="3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p:txBody>
      </p:sp>
      <p:pic>
        <p:nvPicPr>
          <p:cNvPr id="10" name="Picture 9">
            <a:extLst>
              <a:ext uri="{FF2B5EF4-FFF2-40B4-BE49-F238E27FC236}">
                <a16:creationId xmlns:a16="http://schemas.microsoft.com/office/drawing/2014/main" id="{AEBD3D18-21C5-3403-D05D-034D2CAC5E55}"/>
              </a:ext>
            </a:extLst>
          </p:cNvPr>
          <p:cNvPicPr>
            <a:picLocks noChangeAspect="1"/>
          </p:cNvPicPr>
          <p:nvPr/>
        </p:nvPicPr>
        <p:blipFill>
          <a:blip r:embed="rId3"/>
          <a:stretch>
            <a:fillRect/>
          </a:stretch>
        </p:blipFill>
        <p:spPr>
          <a:xfrm>
            <a:off x="11206264" y="13026399"/>
            <a:ext cx="16218116" cy="7314985"/>
          </a:xfrm>
          <a:prstGeom prst="rect">
            <a:avLst/>
          </a:prstGeom>
        </p:spPr>
      </p:pic>
      <p:pic>
        <p:nvPicPr>
          <p:cNvPr id="12" name="Picture 11">
            <a:extLst>
              <a:ext uri="{FF2B5EF4-FFF2-40B4-BE49-F238E27FC236}">
                <a16:creationId xmlns:a16="http://schemas.microsoft.com/office/drawing/2014/main" id="{433C6810-D5CB-EF15-E212-7AF4AC53335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3639417" y="6698841"/>
            <a:ext cx="4646818" cy="4646818"/>
          </a:xfrm>
          <a:prstGeom prst="rect">
            <a:avLst/>
          </a:prstGeom>
        </p:spPr>
      </p:pic>
      <p:sp>
        <p:nvSpPr>
          <p:cNvPr id="26" name="TextBox 25">
            <a:extLst>
              <a:ext uri="{FF2B5EF4-FFF2-40B4-BE49-F238E27FC236}">
                <a16:creationId xmlns:a16="http://schemas.microsoft.com/office/drawing/2014/main" id="{6437838A-2F43-3B0E-081B-13127909E124}"/>
              </a:ext>
            </a:extLst>
          </p:cNvPr>
          <p:cNvSpPr txBox="1"/>
          <p:nvPr/>
        </p:nvSpPr>
        <p:spPr>
          <a:xfrm>
            <a:off x="695695" y="21954393"/>
            <a:ext cx="8672169" cy="9725739"/>
          </a:xfrm>
          <a:prstGeom prst="rect">
            <a:avLst/>
          </a:prstGeom>
          <a:noFill/>
        </p:spPr>
        <p:txBody>
          <a:bodyPr wrap="square">
            <a:spAutoFit/>
          </a:bodyPr>
          <a:lstStyle/>
          <a:p>
            <a:pPr lvl="0" algn="just" defTabSz="914400" eaLnBrk="0" fontAlgn="base" hangingPunct="0">
              <a:spcBef>
                <a:spcPct val="0"/>
              </a:spcBef>
              <a:spcAft>
                <a:spcPct val="0"/>
              </a:spcAft>
            </a:pPr>
            <a:r>
              <a:rPr lang="vi-VN" altLang="vi-VN" sz="3000">
                <a:latin typeface="Times New Roman" panose="02020603050405020304" pitchFamily="18" charset="0"/>
                <a:cs typeface="Times New Roman" panose="02020603050405020304" pitchFamily="18" charset="0"/>
              </a:rPr>
              <a:t>Hệ thống truy xuất nguồn gốc dược phẩm được xây dựng dựa trên sự kết hợp giữa Blockchain, Firebase, SHA-256 và mã QR nhằm đảm bảo tính minh bạch trong toàn bộ quá trình sản xuất và phân phối thuốc. Thông tin về nguyên liệu, thuốc thành phẩm và các giao dịch chuyển giao được lưu trữ trên hệ thống, đồng thời tạo mã băm SHA-256 để ghi nhận lên Blockchain thông qua Smart Contract. Điều này giúp đảm bảo dữ liệu không bị chỉnh sửa hoặc giả mạo trong quá trình sử dụng.</a:t>
            </a:r>
          </a:p>
          <a:p>
            <a:pPr lvl="0" algn="just" defTabSz="914400" eaLnBrk="0" fontAlgn="base" hangingPunct="0">
              <a:spcBef>
                <a:spcPct val="0"/>
              </a:spcBef>
              <a:spcAft>
                <a:spcPct val="0"/>
              </a:spcAft>
            </a:pPr>
            <a:r>
              <a:rPr lang="vi-VN" altLang="vi-VN" sz="3000">
                <a:latin typeface="Times New Roman" panose="02020603050405020304" pitchFamily="18" charset="0"/>
                <a:cs typeface="Times New Roman" panose="02020603050405020304" pitchFamily="18" charset="0"/>
              </a:rPr>
              <a:t>Sau khi thuốc được sản xuất, hệ thống tự động tạo mã QR cho từng sản phẩm để phục vụ truy xuất nguồn gốc. Người dùng có thể quét mã QR để xem thông tin về nguyên liệu, quá trình sản xuất và lịch sử phân phối của thuốc. Đồng thời, hệ thống thực hiện đối chiếu dữ liệu với Blockchain nhằm xác minh tính toàn vẹn và tính xác thực của sản phẩm, góp phần nâng cao độ tin cậy và hỗ trợ phòng chống thuốc giả trên thị trường.</a:t>
            </a:r>
            <a:endParaRPr lang="en-US" sz="3000">
              <a:latin typeface="Times New Roman" panose="02020603050405020304" pitchFamily="18" charset="0"/>
              <a:cs typeface="Times New Roman" panose="02020603050405020304" pitchFamily="18" charset="0"/>
            </a:endParaRPr>
          </a:p>
          <a:p>
            <a:pPr algn="just">
              <a:buNone/>
            </a:pPr>
            <a:r>
              <a:rPr lang="en-US" sz="3000">
                <a:latin typeface="Times New Roman" panose="02020603050405020304" pitchFamily="18" charset="0"/>
                <a:cs typeface="Times New Roman" panose="02020603050405020304" pitchFamily="18" charset="0"/>
              </a:rPr>
              <a:t>Công nghệ sử dụng:</a:t>
            </a:r>
          </a:p>
          <a:p>
            <a:pPr algn="just">
              <a:buNone/>
            </a:pPr>
            <a:endParaRPr lang="en-US" sz="2800">
              <a:latin typeface="Times New Roman" panose="02020603050405020304" pitchFamily="18" charset="0"/>
              <a:cs typeface="Times New Roman" panose="02020603050405020304" pitchFamily="18" charset="0"/>
            </a:endParaRPr>
          </a:p>
          <a:p>
            <a:pPr algn="just">
              <a:buNone/>
            </a:pPr>
            <a:endParaRPr lang="vi-VN" sz="2800">
              <a:latin typeface="Times New Roman" panose="02020603050405020304" pitchFamily="18" charset="0"/>
              <a:cs typeface="Times New Roman" panose="02020603050405020304" pitchFamily="18" charset="0"/>
            </a:endParaRPr>
          </a:p>
        </p:txBody>
      </p:sp>
      <p:graphicFrame>
        <p:nvGraphicFramePr>
          <p:cNvPr id="42" name="Table 41">
            <a:extLst>
              <a:ext uri="{FF2B5EF4-FFF2-40B4-BE49-F238E27FC236}">
                <a16:creationId xmlns:a16="http://schemas.microsoft.com/office/drawing/2014/main" id="{0D795CBB-AFD1-E997-0A96-326BEC14532C}"/>
              </a:ext>
            </a:extLst>
          </p:cNvPr>
          <p:cNvGraphicFramePr>
            <a:graphicFrameLocks noGrp="1"/>
          </p:cNvGraphicFramePr>
          <p:nvPr>
            <p:extLst>
              <p:ext uri="{D42A27DB-BD31-4B8C-83A1-F6EECF244321}">
                <p14:modId xmlns:p14="http://schemas.microsoft.com/office/powerpoint/2010/main" val="1619729820"/>
              </p:ext>
            </p:extLst>
          </p:nvPr>
        </p:nvGraphicFramePr>
        <p:xfrm>
          <a:off x="776657" y="30983885"/>
          <a:ext cx="8510244" cy="9326772"/>
        </p:xfrm>
        <a:graphic>
          <a:graphicData uri="http://schemas.openxmlformats.org/drawingml/2006/table">
            <a:tbl>
              <a:tblPr firstRow="1" bandRow="1">
                <a:tableStyleId>{5940675A-B579-460E-94D1-54222C63F5DA}</a:tableStyleId>
              </a:tblPr>
              <a:tblGrid>
                <a:gridCol w="4255122">
                  <a:extLst>
                    <a:ext uri="{9D8B030D-6E8A-4147-A177-3AD203B41FA5}">
                      <a16:colId xmlns:a16="http://schemas.microsoft.com/office/drawing/2014/main" val="3475122908"/>
                    </a:ext>
                  </a:extLst>
                </a:gridCol>
                <a:gridCol w="4255122">
                  <a:extLst>
                    <a:ext uri="{9D8B030D-6E8A-4147-A177-3AD203B41FA5}">
                      <a16:colId xmlns:a16="http://schemas.microsoft.com/office/drawing/2014/main" val="4008187419"/>
                    </a:ext>
                  </a:extLst>
                </a:gridCol>
              </a:tblGrid>
              <a:tr h="1036308">
                <a:tc>
                  <a:txBody>
                    <a:bodyPr/>
                    <a:lstStyle/>
                    <a:p>
                      <a:pPr algn="ctr"/>
                      <a:r>
                        <a:rPr lang="en-US" sz="4000" b="1">
                          <a:latin typeface="Times New Roman" panose="02020603050405020304" pitchFamily="18" charset="0"/>
                          <a:cs typeface="Times New Roman" panose="02020603050405020304" pitchFamily="18" charset="0"/>
                        </a:rPr>
                        <a:t>Thành phần</a:t>
                      </a:r>
                      <a:endParaRPr lang="vi-VN" sz="4000" b="1">
                        <a:latin typeface="Times New Roman" panose="02020603050405020304" pitchFamily="18" charset="0"/>
                        <a:cs typeface="Times New Roman" panose="02020603050405020304" pitchFamily="18" charset="0"/>
                      </a:endParaRPr>
                    </a:p>
                  </a:txBody>
                  <a:tcPr/>
                </a:tc>
                <a:tc>
                  <a:txBody>
                    <a:bodyPr/>
                    <a:lstStyle/>
                    <a:p>
                      <a:pPr algn="ctr"/>
                      <a:r>
                        <a:rPr lang="en-US" sz="4000" b="1">
                          <a:latin typeface="Times New Roman" panose="02020603050405020304" pitchFamily="18" charset="0"/>
                          <a:cs typeface="Times New Roman" panose="02020603050405020304" pitchFamily="18" charset="0"/>
                        </a:rPr>
                        <a:t>Công nghệ</a:t>
                      </a:r>
                      <a:endParaRPr lang="vi-VN" sz="4000" b="1">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20419387"/>
                  </a:ext>
                </a:extLst>
              </a:tr>
              <a:tr h="1036308">
                <a:tc>
                  <a:txBody>
                    <a:bodyPr/>
                    <a:lstStyle/>
                    <a:p>
                      <a:pPr algn="ctr"/>
                      <a:r>
                        <a:rPr lang="en-US" sz="3000">
                          <a:latin typeface="Times New Roman" panose="02020603050405020304" pitchFamily="18" charset="0"/>
                          <a:cs typeface="Times New Roman" panose="02020603050405020304" pitchFamily="18" charset="0"/>
                        </a:rPr>
                        <a:t>Frontend</a:t>
                      </a:r>
                      <a:endParaRPr lang="vi-VN" sz="3000">
                        <a:latin typeface="Times New Roman" panose="02020603050405020304" pitchFamily="18" charset="0"/>
                        <a:cs typeface="Times New Roman" panose="02020603050405020304" pitchFamily="18" charset="0"/>
                      </a:endParaRPr>
                    </a:p>
                  </a:txBody>
                  <a:tcPr/>
                </a:tc>
                <a:tc>
                  <a:txBody>
                    <a:bodyPr/>
                    <a:lstStyle/>
                    <a:p>
                      <a:pPr algn="ctr"/>
                      <a:r>
                        <a:rPr lang="en-US" sz="3000">
                          <a:latin typeface="Times New Roman" panose="02020603050405020304" pitchFamily="18" charset="0"/>
                          <a:cs typeface="Times New Roman" panose="02020603050405020304" pitchFamily="18" charset="0"/>
                        </a:rPr>
                        <a:t>ReactJS</a:t>
                      </a:r>
                      <a:endParaRPr lang="vi-VN" sz="300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051568090"/>
                  </a:ext>
                </a:extLst>
              </a:tr>
              <a:tr h="1036308">
                <a:tc>
                  <a:txBody>
                    <a:bodyPr/>
                    <a:lstStyle/>
                    <a:p>
                      <a:pPr algn="ctr"/>
                      <a:r>
                        <a:rPr lang="en-US" sz="3000">
                          <a:latin typeface="Times New Roman" panose="02020603050405020304" pitchFamily="18" charset="0"/>
                          <a:cs typeface="Times New Roman" panose="02020603050405020304" pitchFamily="18" charset="0"/>
                        </a:rPr>
                        <a:t>Backend</a:t>
                      </a:r>
                      <a:endParaRPr lang="vi-VN" sz="3000">
                        <a:latin typeface="Times New Roman" panose="02020603050405020304" pitchFamily="18" charset="0"/>
                        <a:cs typeface="Times New Roman" panose="02020603050405020304" pitchFamily="18" charset="0"/>
                      </a:endParaRPr>
                    </a:p>
                  </a:txBody>
                  <a:tcPr/>
                </a:tc>
                <a:tc>
                  <a:txBody>
                    <a:bodyPr/>
                    <a:lstStyle/>
                    <a:p>
                      <a:pPr algn="ctr"/>
                      <a:r>
                        <a:rPr lang="en-US" sz="3000">
                          <a:latin typeface="Times New Roman" panose="02020603050405020304" pitchFamily="18" charset="0"/>
                          <a:cs typeface="Times New Roman" panose="02020603050405020304" pitchFamily="18" charset="0"/>
                        </a:rPr>
                        <a:t>NodeJS, ExpressJS</a:t>
                      </a:r>
                      <a:endParaRPr lang="vi-VN" sz="300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435139229"/>
                  </a:ext>
                </a:extLst>
              </a:tr>
              <a:tr h="1036308">
                <a:tc>
                  <a:txBody>
                    <a:bodyPr/>
                    <a:lstStyle/>
                    <a:p>
                      <a:pPr algn="ctr"/>
                      <a:r>
                        <a:rPr lang="en-US" sz="3000">
                          <a:latin typeface="Times New Roman" panose="02020603050405020304" pitchFamily="18" charset="0"/>
                          <a:cs typeface="Times New Roman" panose="02020603050405020304" pitchFamily="18" charset="0"/>
                        </a:rPr>
                        <a:t>BlockChain</a:t>
                      </a:r>
                      <a:endParaRPr lang="vi-VN" sz="3000">
                        <a:latin typeface="Times New Roman" panose="02020603050405020304" pitchFamily="18" charset="0"/>
                        <a:cs typeface="Times New Roman" panose="02020603050405020304" pitchFamily="18" charset="0"/>
                      </a:endParaRPr>
                    </a:p>
                  </a:txBody>
                  <a:tcPr/>
                </a:tc>
                <a:tc>
                  <a:txBody>
                    <a:bodyPr/>
                    <a:lstStyle/>
                    <a:p>
                      <a:pPr algn="ctr"/>
                      <a:r>
                        <a:rPr lang="en-US" sz="3000">
                          <a:latin typeface="Times New Roman" panose="02020603050405020304" pitchFamily="18" charset="0"/>
                          <a:cs typeface="Times New Roman" panose="02020603050405020304" pitchFamily="18" charset="0"/>
                        </a:rPr>
                        <a:t>Solidity</a:t>
                      </a:r>
                      <a:endParaRPr lang="vi-VN" sz="300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767825095"/>
                  </a:ext>
                </a:extLst>
              </a:tr>
              <a:tr h="1036308">
                <a:tc>
                  <a:txBody>
                    <a:bodyPr/>
                    <a:lstStyle/>
                    <a:p>
                      <a:pPr algn="ctr"/>
                      <a:r>
                        <a:rPr lang="en-US" sz="3000">
                          <a:latin typeface="Times New Roman" panose="02020603050405020304" pitchFamily="18" charset="0"/>
                          <a:cs typeface="Times New Roman" panose="02020603050405020304" pitchFamily="18" charset="0"/>
                        </a:rPr>
                        <a:t>Môi trường BlockChain</a:t>
                      </a:r>
                      <a:endParaRPr lang="vi-VN" sz="3000">
                        <a:latin typeface="Times New Roman" panose="02020603050405020304" pitchFamily="18" charset="0"/>
                        <a:cs typeface="Times New Roman" panose="02020603050405020304" pitchFamily="18" charset="0"/>
                      </a:endParaRPr>
                    </a:p>
                  </a:txBody>
                  <a:tcPr/>
                </a:tc>
                <a:tc>
                  <a:txBody>
                    <a:bodyPr/>
                    <a:lstStyle/>
                    <a:p>
                      <a:pPr algn="ctr"/>
                      <a:r>
                        <a:rPr lang="en-US" sz="3000">
                          <a:latin typeface="Times New Roman" panose="02020603050405020304" pitchFamily="18" charset="0"/>
                          <a:cs typeface="Times New Roman" panose="02020603050405020304" pitchFamily="18" charset="0"/>
                        </a:rPr>
                        <a:t>Hardhat</a:t>
                      </a:r>
                      <a:endParaRPr lang="vi-VN" sz="300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188727150"/>
                  </a:ext>
                </a:extLst>
              </a:tr>
              <a:tr h="1036308">
                <a:tc>
                  <a:txBody>
                    <a:bodyPr/>
                    <a:lstStyle/>
                    <a:p>
                      <a:pPr algn="ctr"/>
                      <a:r>
                        <a:rPr lang="en-US" sz="3000">
                          <a:latin typeface="Times New Roman" panose="02020603050405020304" pitchFamily="18" charset="0"/>
                          <a:cs typeface="Times New Roman" panose="02020603050405020304" pitchFamily="18" charset="0"/>
                        </a:rPr>
                        <a:t>Ví điện tử</a:t>
                      </a:r>
                      <a:endParaRPr lang="vi-VN" sz="3000">
                        <a:latin typeface="Times New Roman" panose="02020603050405020304" pitchFamily="18" charset="0"/>
                        <a:cs typeface="Times New Roman" panose="02020603050405020304" pitchFamily="18" charset="0"/>
                      </a:endParaRPr>
                    </a:p>
                  </a:txBody>
                  <a:tcPr/>
                </a:tc>
                <a:tc>
                  <a:txBody>
                    <a:bodyPr/>
                    <a:lstStyle/>
                    <a:p>
                      <a:pPr algn="ctr"/>
                      <a:r>
                        <a:rPr lang="en-US" sz="3000">
                          <a:latin typeface="Times New Roman" panose="02020603050405020304" pitchFamily="18" charset="0"/>
                          <a:cs typeface="Times New Roman" panose="02020603050405020304" pitchFamily="18" charset="0"/>
                        </a:rPr>
                        <a:t>MetaMask</a:t>
                      </a:r>
                      <a:endParaRPr lang="vi-VN" sz="300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256832103"/>
                  </a:ext>
                </a:extLst>
              </a:tr>
              <a:tr h="1036308">
                <a:tc>
                  <a:txBody>
                    <a:bodyPr/>
                    <a:lstStyle/>
                    <a:p>
                      <a:pPr algn="ctr"/>
                      <a:r>
                        <a:rPr lang="en-US" sz="3000">
                          <a:latin typeface="Times New Roman" panose="02020603050405020304" pitchFamily="18" charset="0"/>
                          <a:cs typeface="Times New Roman" panose="02020603050405020304" pitchFamily="18" charset="0"/>
                        </a:rPr>
                        <a:t>Cơ sở dữ liệu</a:t>
                      </a:r>
                      <a:endParaRPr lang="vi-VN" sz="3000">
                        <a:latin typeface="Times New Roman" panose="02020603050405020304" pitchFamily="18" charset="0"/>
                        <a:cs typeface="Times New Roman" panose="02020603050405020304" pitchFamily="18" charset="0"/>
                      </a:endParaRPr>
                    </a:p>
                  </a:txBody>
                  <a:tcPr/>
                </a:tc>
                <a:tc>
                  <a:txBody>
                    <a:bodyPr/>
                    <a:lstStyle/>
                    <a:p>
                      <a:pPr algn="ctr"/>
                      <a:r>
                        <a:rPr lang="en-US" sz="3000">
                          <a:latin typeface="Times New Roman" panose="02020603050405020304" pitchFamily="18" charset="0"/>
                          <a:cs typeface="Times New Roman" panose="02020603050405020304" pitchFamily="18" charset="0"/>
                        </a:rPr>
                        <a:t>Firebase</a:t>
                      </a:r>
                      <a:endParaRPr lang="vi-VN" sz="300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4202094263"/>
                  </a:ext>
                </a:extLst>
              </a:tr>
              <a:tr h="1036308">
                <a:tc>
                  <a:txBody>
                    <a:bodyPr/>
                    <a:lstStyle/>
                    <a:p>
                      <a:pPr algn="ctr"/>
                      <a:r>
                        <a:rPr lang="en-US" sz="3000">
                          <a:latin typeface="Times New Roman" panose="02020603050405020304" pitchFamily="18" charset="0"/>
                          <a:cs typeface="Times New Roman" panose="02020603050405020304" pitchFamily="18" charset="0"/>
                        </a:rPr>
                        <a:t>Mã hóa dữ liệu</a:t>
                      </a:r>
                      <a:endParaRPr lang="vi-VN" sz="3000">
                        <a:latin typeface="Times New Roman" panose="02020603050405020304" pitchFamily="18" charset="0"/>
                        <a:cs typeface="Times New Roman" panose="02020603050405020304" pitchFamily="18" charset="0"/>
                      </a:endParaRPr>
                    </a:p>
                  </a:txBody>
                  <a:tcPr/>
                </a:tc>
                <a:tc>
                  <a:txBody>
                    <a:bodyPr/>
                    <a:lstStyle/>
                    <a:p>
                      <a:pPr algn="ctr"/>
                      <a:r>
                        <a:rPr lang="en-US" sz="3000">
                          <a:latin typeface="Times New Roman" panose="02020603050405020304" pitchFamily="18" charset="0"/>
                          <a:cs typeface="Times New Roman" panose="02020603050405020304" pitchFamily="18" charset="0"/>
                        </a:rPr>
                        <a:t>SHA-256</a:t>
                      </a:r>
                      <a:endParaRPr lang="vi-VN" sz="300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954933003"/>
                  </a:ext>
                </a:extLst>
              </a:tr>
              <a:tr h="1036308">
                <a:tc>
                  <a:txBody>
                    <a:bodyPr/>
                    <a:lstStyle/>
                    <a:p>
                      <a:pPr algn="ctr"/>
                      <a:r>
                        <a:rPr lang="en-US" sz="3000">
                          <a:latin typeface="Times New Roman" panose="02020603050405020304" pitchFamily="18" charset="0"/>
                          <a:cs typeface="Times New Roman" panose="02020603050405020304" pitchFamily="18" charset="0"/>
                        </a:rPr>
                        <a:t>Mã truy xuất</a:t>
                      </a:r>
                      <a:endParaRPr lang="vi-VN" sz="3000">
                        <a:latin typeface="Times New Roman" panose="02020603050405020304" pitchFamily="18" charset="0"/>
                        <a:cs typeface="Times New Roman" panose="02020603050405020304" pitchFamily="18" charset="0"/>
                      </a:endParaRPr>
                    </a:p>
                  </a:txBody>
                  <a:tcPr/>
                </a:tc>
                <a:tc>
                  <a:txBody>
                    <a:bodyPr/>
                    <a:lstStyle/>
                    <a:p>
                      <a:pPr algn="ctr"/>
                      <a:r>
                        <a:rPr lang="en-US" sz="3000">
                          <a:latin typeface="Times New Roman" panose="02020603050405020304" pitchFamily="18" charset="0"/>
                          <a:cs typeface="Times New Roman" panose="02020603050405020304" pitchFamily="18" charset="0"/>
                        </a:rPr>
                        <a:t>QR Code</a:t>
                      </a:r>
                      <a:endParaRPr lang="vi-VN" sz="300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539858233"/>
                  </a:ext>
                </a:extLst>
              </a:tr>
            </a:tbl>
          </a:graphicData>
        </a:graphic>
      </p:graphicFrame>
      <p:pic>
        <p:nvPicPr>
          <p:cNvPr id="44" name="Picture 43">
            <a:extLst>
              <a:ext uri="{FF2B5EF4-FFF2-40B4-BE49-F238E27FC236}">
                <a16:creationId xmlns:a16="http://schemas.microsoft.com/office/drawing/2014/main" id="{8FC67C45-CAEA-92E7-8357-41854C8EE096}"/>
              </a:ext>
            </a:extLst>
          </p:cNvPr>
          <p:cNvPicPr>
            <a:picLocks noChangeAspect="1"/>
          </p:cNvPicPr>
          <p:nvPr/>
        </p:nvPicPr>
        <p:blipFill>
          <a:blip r:embed="rId5"/>
          <a:stretch>
            <a:fillRect/>
          </a:stretch>
        </p:blipFill>
        <p:spPr>
          <a:xfrm>
            <a:off x="21359883" y="22884726"/>
            <a:ext cx="5732145" cy="3582035"/>
          </a:xfrm>
          <a:prstGeom prst="rect">
            <a:avLst/>
          </a:prstGeom>
        </p:spPr>
      </p:pic>
      <p:pic>
        <p:nvPicPr>
          <p:cNvPr id="45" name="Picture 44">
            <a:extLst>
              <a:ext uri="{FF2B5EF4-FFF2-40B4-BE49-F238E27FC236}">
                <a16:creationId xmlns:a16="http://schemas.microsoft.com/office/drawing/2014/main" id="{DC20874E-ED2F-8BA7-04B2-BE39F3BFB477}"/>
              </a:ext>
            </a:extLst>
          </p:cNvPr>
          <p:cNvPicPr>
            <a:picLocks noChangeAspect="1"/>
          </p:cNvPicPr>
          <p:nvPr/>
        </p:nvPicPr>
        <p:blipFill>
          <a:blip r:embed="rId6"/>
          <a:stretch>
            <a:fillRect/>
          </a:stretch>
        </p:blipFill>
        <p:spPr>
          <a:xfrm>
            <a:off x="21359883" y="27895852"/>
            <a:ext cx="5588952" cy="3492443"/>
          </a:xfrm>
          <a:prstGeom prst="rect">
            <a:avLst/>
          </a:prstGeom>
        </p:spPr>
      </p:pic>
      <p:pic>
        <p:nvPicPr>
          <p:cNvPr id="46" name="Picture 45">
            <a:extLst>
              <a:ext uri="{FF2B5EF4-FFF2-40B4-BE49-F238E27FC236}">
                <a16:creationId xmlns:a16="http://schemas.microsoft.com/office/drawing/2014/main" id="{3F8E85A7-466F-45F3-285A-B94C8DDDFCFC}"/>
              </a:ext>
            </a:extLst>
          </p:cNvPr>
          <p:cNvPicPr>
            <a:picLocks noChangeAspect="1"/>
          </p:cNvPicPr>
          <p:nvPr/>
        </p:nvPicPr>
        <p:blipFill>
          <a:blip r:embed="rId7"/>
          <a:stretch>
            <a:fillRect/>
          </a:stretch>
        </p:blipFill>
        <p:spPr>
          <a:xfrm>
            <a:off x="21471166" y="32433335"/>
            <a:ext cx="5366385" cy="3359785"/>
          </a:xfrm>
          <a:prstGeom prst="rect">
            <a:avLst/>
          </a:prstGeom>
        </p:spPr>
      </p:pic>
      <p:pic>
        <p:nvPicPr>
          <p:cNvPr id="47" name="Picture 46">
            <a:extLst>
              <a:ext uri="{FF2B5EF4-FFF2-40B4-BE49-F238E27FC236}">
                <a16:creationId xmlns:a16="http://schemas.microsoft.com/office/drawing/2014/main" id="{EC395DF2-B51A-2B4D-84BE-433F9D5619D1}"/>
              </a:ext>
            </a:extLst>
          </p:cNvPr>
          <p:cNvPicPr>
            <a:picLocks noChangeAspect="1"/>
          </p:cNvPicPr>
          <p:nvPr/>
        </p:nvPicPr>
        <p:blipFill>
          <a:blip r:embed="rId8"/>
          <a:stretch>
            <a:fillRect/>
          </a:stretch>
        </p:blipFill>
        <p:spPr>
          <a:xfrm>
            <a:off x="21327733" y="36973960"/>
            <a:ext cx="5732145" cy="3429635"/>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 2013 - 2022</Template>
  <TotalTime>59</TotalTime>
  <Words>1003</Words>
  <Application>Microsoft Office PowerPoint</Application>
  <PresentationFormat>Custom</PresentationFormat>
  <Paragraphs>128</Paragraphs>
  <Slides>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Arial</vt:lpstr>
      <vt:lpstr>Calibri</vt:lpstr>
      <vt:lpstr>Calibri Light</vt:lpstr>
      <vt:lpstr>Times New Roman</vt:lpstr>
      <vt:lpstr>Office Theme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title>
  <dc:creator>Thái Khánh Nguyễn</dc:creator>
  <cp:lastModifiedBy>Nguyễn Quang Tiến</cp:lastModifiedBy>
  <cp:revision>81</cp:revision>
  <dcterms:created xsi:type="dcterms:W3CDTF">2023-07-02T07:57:00Z</dcterms:created>
  <dcterms:modified xsi:type="dcterms:W3CDTF">2026-06-04T01:04:49Z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A6C0807EC96341AF899F31DEFEA4CCEC_13</vt:lpwstr>
  </property>
  <property fmtid="{D5CDD505-2E9C-101B-9397-08002B2CF9AE}" pid="3" name="KSOProductBuildVer">
    <vt:lpwstr>2057-12.2.0.20348</vt:lpwstr>
  </property>
</Properties>
</file>